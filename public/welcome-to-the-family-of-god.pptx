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notesMaster" Target="notesMasters/notesMaster1.xml"/><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7D2FA4A0-A308-CD46-A182-86AE85A8ED4B}" type="datetimeFigureOut">
              <a:rPr lang="en-US" smtClean="0"/>
              <a:t>10/14/2026</a:t>
            </a:fld>
            <a:endParaRPr lang="en-US"/>
          </a:p>
        </p:txBody>
      </p:sp>
      <p:sp>
        <p:nvSpPr>
          <p:cNvPr id="4" name="Slide Image Placeholder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0143D7C9-3925-0A48-925C-55C272EC8444}" type="slidenum">
              <a:rPr lang="en-US" smtClean="0"/>
              <a:t>‹#›</a:t>
            </a:fld>
            <a:endParaRPr lang="en-US"/>
          </a:p>
        </p:txBody>
      </p:sp>
    </p:spTree>
    <p:extLst>
      <p:ext uri="{BB962C8B-B14F-4D97-AF65-F5344CB8AC3E}">
        <p14:creationId xmlns:p14="http://schemas.microsoft.com/office/powerpoint/2010/main" val="9718469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2826"/>
        </a:solidFill>
        <a:effectLst/>
      </p:bgPr>
    </p:bg>
    <p:spTree>
      <p:nvGrpSpPr>
        <p:cNvPr id="1" name=""/>
        <p:cNvGrpSpPr/>
        <p:nvPr/>
      </p:nvGrpSpPr>
      <p:grpSpPr>
        <a:xfrm>
          <a:off x="0" y="0"/>
          <a:ext cx="0" cy="0"/>
          <a:chOff x="0" y="0"/>
          <a:chExt cx="0" cy="0"/>
        </a:xfrm>
      </p:grpSpPr>
      <p:sp>
        <p:nvSpPr>
          <p:cNvPr id="2" name="Text 0"/>
          <p:cNvSpPr/>
          <p:nvPr/>
        </p:nvSpPr>
        <p:spPr>
          <a:xfrm>
            <a:off x="685800" y="1234440"/>
            <a:ext cx="10820095" cy="274320"/>
          </a:xfrm>
          <a:prstGeom prst="rect">
            <a:avLst/>
          </a:prstGeom>
          <a:noFill/>
          <a:ln/>
        </p:spPr>
        <p:txBody>
          <a:bodyPr wrap="square" lIns="0" tIns="0" rIns="0" bIns="0" rtlCol="0" anchor="ctr"/>
          <a:lstStyle/>
          <a:p>
            <a:pPr marL="0" indent="0">
              <a:buNone/>
            </a:pPr>
            <a:r>
              <a:rPr lang="en-US" sz="1200" b="1" kern="0" spc="300" dirty="0">
                <a:solidFill>
                  <a:srgbClr val="E3A672"/>
                </a:solidFill>
                <a:latin typeface="Calibri" pitchFamily="34" charset="0"/>
                <a:ea typeface="Calibri" pitchFamily="34" charset="-122"/>
                <a:cs typeface="Calibri" pitchFamily="34" charset="-120"/>
              </a:rPr>
              <a:t>A THREE-LESSON STUDY FOR THE NEWLY BAPTIZED</a:t>
            </a:r>
            <a:endParaRPr lang="en-US" sz="1200" dirty="0"/>
          </a:p>
        </p:txBody>
      </p:sp>
      <p:sp>
        <p:nvSpPr>
          <p:cNvPr id="3" name="Text 1"/>
          <p:cNvSpPr/>
          <p:nvPr/>
        </p:nvSpPr>
        <p:spPr>
          <a:xfrm>
            <a:off x="685800" y="1691640"/>
            <a:ext cx="9144000" cy="2377440"/>
          </a:xfrm>
          <a:prstGeom prst="rect">
            <a:avLst/>
          </a:prstGeom>
          <a:noFill/>
          <a:ln/>
        </p:spPr>
        <p:txBody>
          <a:bodyPr wrap="square" lIns="0" tIns="0" rIns="0" bIns="0" rtlCol="0" anchor="t"/>
          <a:lstStyle/>
          <a:p>
            <a:pPr marL="0" indent="0">
              <a:lnSpc>
                <a:spcPct val="100000"/>
              </a:lnSpc>
              <a:buNone/>
            </a:pPr>
            <a:r>
              <a:rPr lang="en-US" sz="6400" b="1" dirty="0">
                <a:solidFill>
                  <a:srgbClr val="F3EEE4"/>
                </a:solidFill>
                <a:latin typeface="Georgia" pitchFamily="34" charset="0"/>
                <a:ea typeface="Georgia" pitchFamily="34" charset="-122"/>
                <a:cs typeface="Georgia" pitchFamily="34" charset="-120"/>
              </a:rPr>
              <a:t>Welcome to the</a:t>
            </a:r>
            <a:endParaRPr lang="en-US" sz="6400" dirty="0"/>
          </a:p>
          <a:p>
            <a:pPr marL="0" indent="0">
              <a:lnSpc>
                <a:spcPct val="100000"/>
              </a:lnSpc>
              <a:buNone/>
            </a:pPr>
            <a:r>
              <a:rPr lang="en-US" sz="6400" b="1" dirty="0">
                <a:solidFill>
                  <a:srgbClr val="F3EEE4"/>
                </a:solidFill>
                <a:latin typeface="Georgia" pitchFamily="34" charset="0"/>
                <a:ea typeface="Georgia" pitchFamily="34" charset="-122"/>
                <a:cs typeface="Georgia" pitchFamily="34" charset="-120"/>
              </a:rPr>
              <a:t>Family of God</a:t>
            </a:r>
            <a:endParaRPr lang="en-US" sz="6400" dirty="0"/>
          </a:p>
        </p:txBody>
      </p:sp>
      <p:sp>
        <p:nvSpPr>
          <p:cNvPr id="4" name="Shape 2"/>
          <p:cNvSpPr/>
          <p:nvPr/>
        </p:nvSpPr>
        <p:spPr>
          <a:xfrm>
            <a:off x="685800" y="4343400"/>
            <a:ext cx="1097280" cy="0"/>
          </a:xfrm>
          <a:prstGeom prst="line">
            <a:avLst/>
          </a:prstGeom>
          <a:noFill/>
          <a:ln w="25400">
            <a:solidFill>
              <a:srgbClr val="E3A672"/>
            </a:solidFill>
            <a:prstDash val="solid"/>
          </a:ln>
        </p:spPr>
        <p:txBody>
          <a:bodyPr/>
          <a:lstStyle/>
          <a:p>
            <a:endParaRPr lang="en-US"/>
          </a:p>
        </p:txBody>
      </p:sp>
      <p:sp>
        <p:nvSpPr>
          <p:cNvPr id="5" name="Text 3"/>
          <p:cNvSpPr/>
          <p:nvPr/>
        </p:nvSpPr>
        <p:spPr>
          <a:xfrm>
            <a:off x="685800" y="4526280"/>
            <a:ext cx="7498080" cy="822960"/>
          </a:xfrm>
          <a:prstGeom prst="rect">
            <a:avLst/>
          </a:prstGeom>
          <a:noFill/>
          <a:ln/>
        </p:spPr>
        <p:txBody>
          <a:bodyPr wrap="square" lIns="0" tIns="0" rIns="0" bIns="0" rtlCol="0" anchor="t"/>
          <a:lstStyle/>
          <a:p>
            <a:pPr marL="0" indent="0">
              <a:buNone/>
            </a:pPr>
            <a:r>
              <a:rPr lang="en-US" sz="2000" dirty="0">
                <a:solidFill>
                  <a:srgbClr val="C3CBC8"/>
                </a:solidFill>
                <a:latin typeface="Calibri" pitchFamily="34" charset="0"/>
                <a:ea typeface="Calibri" pitchFamily="34" charset="-122"/>
                <a:cs typeface="Calibri" pitchFamily="34" charset="-120"/>
              </a:rPr>
              <a:t>What God did for you when you obeyed the gospel, and what He now requires of you</a:t>
            </a:r>
            <a:endParaRPr lang="en-US" sz="2000" dirty="0"/>
          </a:p>
        </p:txBody>
      </p:sp>
      <p:sp>
        <p:nvSpPr>
          <p:cNvPr id="6" name="Text 4"/>
          <p:cNvSpPr/>
          <p:nvPr/>
        </p:nvSpPr>
        <p:spPr>
          <a:xfrm>
            <a:off x="685800" y="6172200"/>
            <a:ext cx="7315200" cy="274320"/>
          </a:xfrm>
          <a:prstGeom prst="rect">
            <a:avLst/>
          </a:prstGeom>
          <a:noFill/>
          <a:ln/>
        </p:spPr>
        <p:txBody>
          <a:bodyPr wrap="square" lIns="0" tIns="0" rIns="0" bIns="0" rtlCol="0" anchor="ctr"/>
          <a:lstStyle/>
          <a:p>
            <a:pPr marL="0" indent="0">
              <a:buNone/>
            </a:pPr>
            <a:r>
              <a:rPr lang="en-US" sz="1300" dirty="0">
                <a:solidFill>
                  <a:srgbClr val="C3CBC8"/>
                </a:solidFill>
                <a:latin typeface="Calibri" pitchFamily="34" charset="0"/>
                <a:ea typeface="Calibri" pitchFamily="34" charset="-122"/>
                <a:cs typeface="Calibri" pitchFamily="34" charset="-120"/>
              </a:rPr>
              <a:t>Watkins Road Church of Christ  ·  Columbus, Ohio</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C2826"/>
        </a:solidFill>
        <a:effectLst/>
      </p:bgPr>
    </p:bg>
    <p:spTree>
      <p:nvGrpSpPr>
        <p:cNvPr id="1" name=""/>
        <p:cNvGrpSpPr/>
        <p:nvPr/>
      </p:nvGrpSpPr>
      <p:grpSpPr>
        <a:xfrm>
          <a:off x="0" y="0"/>
          <a:ext cx="0" cy="0"/>
          <a:chOff x="0" y="0"/>
          <a:chExt cx="0" cy="0"/>
        </a:xfrm>
      </p:grpSpPr>
      <p:sp>
        <p:nvSpPr>
          <p:cNvPr id="2" name="Text 0"/>
          <p:cNvSpPr/>
          <p:nvPr/>
        </p:nvSpPr>
        <p:spPr>
          <a:xfrm>
            <a:off x="640080" y="411480"/>
            <a:ext cx="2743200" cy="2651760"/>
          </a:xfrm>
          <a:prstGeom prst="rect">
            <a:avLst/>
          </a:prstGeom>
          <a:noFill/>
          <a:ln/>
        </p:spPr>
        <p:txBody>
          <a:bodyPr wrap="square" lIns="0" tIns="0" rIns="0" bIns="0" rtlCol="0" anchor="t"/>
          <a:lstStyle/>
          <a:p>
            <a:pPr marL="0" indent="0">
              <a:buNone/>
            </a:pPr>
            <a:r>
              <a:rPr lang="en-US" sz="16000" b="1" dirty="0">
                <a:solidFill>
                  <a:srgbClr val="E3A672"/>
                </a:solidFill>
                <a:latin typeface="Georgia" pitchFamily="34" charset="0"/>
                <a:ea typeface="Georgia" pitchFamily="34" charset="-122"/>
                <a:cs typeface="Georgia" pitchFamily="34" charset="-120"/>
              </a:rPr>
              <a:t>1</a:t>
            </a:r>
            <a:endParaRPr lang="en-US" sz="16000" dirty="0"/>
          </a:p>
        </p:txBody>
      </p:sp>
      <p:sp>
        <p:nvSpPr>
          <p:cNvPr id="3" name="Text 1"/>
          <p:cNvSpPr/>
          <p:nvPr/>
        </p:nvSpPr>
        <p:spPr>
          <a:xfrm>
            <a:off x="685800" y="3520440"/>
            <a:ext cx="10820095" cy="274320"/>
          </a:xfrm>
          <a:prstGeom prst="rect">
            <a:avLst/>
          </a:prstGeom>
          <a:noFill/>
          <a:ln/>
        </p:spPr>
        <p:txBody>
          <a:bodyPr wrap="square" lIns="0" tIns="0" rIns="0" bIns="0" rtlCol="0" anchor="ctr"/>
          <a:lstStyle/>
          <a:p>
            <a:pPr marL="0" indent="0">
              <a:buNone/>
            </a:pPr>
            <a:r>
              <a:rPr lang="en-US" sz="1200" b="1" kern="0" spc="300" dirty="0">
                <a:solidFill>
                  <a:srgbClr val="E3A672"/>
                </a:solidFill>
                <a:latin typeface="Calibri" pitchFamily="34" charset="0"/>
                <a:ea typeface="Calibri" pitchFamily="34" charset="-122"/>
                <a:cs typeface="Calibri" pitchFamily="34" charset="-120"/>
              </a:rPr>
              <a:t>LESSON 1 OF 3</a:t>
            </a:r>
            <a:endParaRPr lang="en-US" sz="1200" dirty="0"/>
          </a:p>
        </p:txBody>
      </p:sp>
      <p:sp>
        <p:nvSpPr>
          <p:cNvPr id="4" name="Text 2"/>
          <p:cNvSpPr/>
          <p:nvPr/>
        </p:nvSpPr>
        <p:spPr>
          <a:xfrm>
            <a:off x="685800" y="3840480"/>
            <a:ext cx="6400800" cy="822960"/>
          </a:xfrm>
          <a:prstGeom prst="rect">
            <a:avLst/>
          </a:prstGeom>
          <a:noFill/>
          <a:ln/>
        </p:spPr>
        <p:txBody>
          <a:bodyPr wrap="square" lIns="0" tIns="0" rIns="0" bIns="0" rtlCol="0" anchor="t"/>
          <a:lstStyle/>
          <a:p>
            <a:pPr marL="0" indent="0">
              <a:buNone/>
            </a:pPr>
            <a:r>
              <a:rPr lang="en-US" sz="4000" b="1" dirty="0">
                <a:solidFill>
                  <a:srgbClr val="F3EEE4"/>
                </a:solidFill>
                <a:latin typeface="Georgia" pitchFamily="34" charset="0"/>
                <a:ea typeface="Georgia" pitchFamily="34" charset="-122"/>
                <a:cs typeface="Georgia" pitchFamily="34" charset="-120"/>
              </a:rPr>
              <a:t>What God did for you</a:t>
            </a:r>
            <a:endParaRPr lang="en-US" sz="4000" dirty="0"/>
          </a:p>
        </p:txBody>
      </p:sp>
      <p:sp>
        <p:nvSpPr>
          <p:cNvPr id="5" name="Text 3"/>
          <p:cNvSpPr/>
          <p:nvPr/>
        </p:nvSpPr>
        <p:spPr>
          <a:xfrm>
            <a:off x="685800" y="4800600"/>
            <a:ext cx="5852160" cy="822960"/>
          </a:xfrm>
          <a:prstGeom prst="rect">
            <a:avLst/>
          </a:prstGeom>
          <a:noFill/>
          <a:ln/>
        </p:spPr>
        <p:txBody>
          <a:bodyPr wrap="square" lIns="0" tIns="0" rIns="0" bIns="0" rtlCol="0" anchor="t"/>
          <a:lstStyle/>
          <a:p>
            <a:pPr marL="0" indent="0">
              <a:buNone/>
            </a:pPr>
            <a:r>
              <a:rPr lang="en-US" sz="1800" dirty="0">
                <a:solidFill>
                  <a:srgbClr val="C3CBC8"/>
                </a:solidFill>
                <a:latin typeface="Calibri" pitchFamily="34" charset="0"/>
                <a:ea typeface="Calibri" pitchFamily="34" charset="-122"/>
                <a:cs typeface="Calibri" pitchFamily="34" charset="-120"/>
              </a:rPr>
              <a:t>The new birth, the church you were added to, and the gift you received.</a:t>
            </a:r>
            <a:endParaRPr lang="en-US" sz="1800" dirty="0"/>
          </a:p>
        </p:txBody>
      </p:sp>
      <p:sp>
        <p:nvSpPr>
          <p:cNvPr id="6" name="Text 4"/>
          <p:cNvSpPr/>
          <p:nvPr/>
        </p:nvSpPr>
        <p:spPr>
          <a:xfrm>
            <a:off x="7406640" y="1051560"/>
            <a:ext cx="4114800" cy="274320"/>
          </a:xfrm>
          <a:prstGeom prst="rect">
            <a:avLst/>
          </a:prstGeom>
          <a:noFill/>
          <a:ln/>
        </p:spPr>
        <p:txBody>
          <a:bodyPr wrap="square" lIns="0" tIns="0" rIns="0" bIns="0" rtlCol="0" anchor="ctr"/>
          <a:lstStyle/>
          <a:p>
            <a:pPr marL="0" indent="0">
              <a:buNone/>
            </a:pPr>
            <a:r>
              <a:rPr lang="en-US" sz="1200" b="1" kern="0" spc="300" dirty="0">
                <a:solidFill>
                  <a:srgbClr val="E3A672"/>
                </a:solidFill>
                <a:latin typeface="Calibri" pitchFamily="34" charset="0"/>
                <a:ea typeface="Calibri" pitchFamily="34" charset="-122"/>
                <a:cs typeface="Calibri" pitchFamily="34" charset="-120"/>
              </a:rPr>
              <a:t>IN THIS LESSON</a:t>
            </a:r>
            <a:endParaRPr lang="en-US" sz="1200" dirty="0"/>
          </a:p>
        </p:txBody>
      </p:sp>
      <p:sp>
        <p:nvSpPr>
          <p:cNvPr id="7" name="Shape 5"/>
          <p:cNvSpPr/>
          <p:nvPr/>
        </p:nvSpPr>
        <p:spPr>
          <a:xfrm>
            <a:off x="7406640" y="1508760"/>
            <a:ext cx="4096512" cy="0"/>
          </a:xfrm>
          <a:prstGeom prst="line">
            <a:avLst/>
          </a:prstGeom>
          <a:noFill/>
          <a:ln w="9525">
            <a:solidFill>
              <a:srgbClr val="3A4B4F"/>
            </a:solidFill>
            <a:prstDash val="solid"/>
          </a:ln>
        </p:spPr>
        <p:txBody>
          <a:bodyPr/>
          <a:lstStyle/>
          <a:p>
            <a:endParaRPr lang="en-US"/>
          </a:p>
        </p:txBody>
      </p:sp>
      <p:sp>
        <p:nvSpPr>
          <p:cNvPr id="8" name="Text 6"/>
          <p:cNvSpPr/>
          <p:nvPr/>
        </p:nvSpPr>
        <p:spPr>
          <a:xfrm>
            <a:off x="7406640" y="1508760"/>
            <a:ext cx="4096512" cy="566928"/>
          </a:xfrm>
          <a:prstGeom prst="rect">
            <a:avLst/>
          </a:prstGeom>
          <a:noFill/>
          <a:ln/>
        </p:spPr>
        <p:txBody>
          <a:bodyPr wrap="square" lIns="0" tIns="0" rIns="0" bIns="0" rtlCol="0" anchor="ctr"/>
          <a:lstStyle/>
          <a:p>
            <a:pPr marL="0" indent="0">
              <a:buNone/>
            </a:pPr>
            <a:r>
              <a:rPr lang="en-US" sz="1700" b="1" dirty="0">
                <a:solidFill>
                  <a:srgbClr val="E3A672"/>
                </a:solidFill>
                <a:latin typeface="Calibri" pitchFamily="34" charset="0"/>
                <a:ea typeface="Calibri" pitchFamily="34" charset="-122"/>
                <a:cs typeface="Calibri" pitchFamily="34" charset="-120"/>
              </a:rPr>
              <a:t>01   </a:t>
            </a:r>
            <a:r>
              <a:rPr lang="en-US" sz="1700" dirty="0">
                <a:solidFill>
                  <a:srgbClr val="F3EEE4"/>
                </a:solidFill>
                <a:latin typeface="Calibri" pitchFamily="34" charset="0"/>
                <a:ea typeface="Calibri" pitchFamily="34" charset="-122"/>
                <a:cs typeface="Calibri" pitchFamily="34" charset="-120"/>
              </a:rPr>
              <a:t>You obeyed the gospel</a:t>
            </a:r>
            <a:endParaRPr lang="en-US" sz="1700" dirty="0"/>
          </a:p>
        </p:txBody>
      </p:sp>
      <p:sp>
        <p:nvSpPr>
          <p:cNvPr id="9" name="Shape 7"/>
          <p:cNvSpPr/>
          <p:nvPr/>
        </p:nvSpPr>
        <p:spPr>
          <a:xfrm>
            <a:off x="7406640" y="2075688"/>
            <a:ext cx="4096512" cy="0"/>
          </a:xfrm>
          <a:prstGeom prst="line">
            <a:avLst/>
          </a:prstGeom>
          <a:noFill/>
          <a:ln w="9525">
            <a:solidFill>
              <a:srgbClr val="3A4B4F"/>
            </a:solidFill>
            <a:prstDash val="solid"/>
          </a:ln>
        </p:spPr>
        <p:txBody>
          <a:bodyPr/>
          <a:lstStyle/>
          <a:p>
            <a:endParaRPr lang="en-US"/>
          </a:p>
        </p:txBody>
      </p:sp>
      <p:sp>
        <p:nvSpPr>
          <p:cNvPr id="10" name="Text 8"/>
          <p:cNvSpPr/>
          <p:nvPr/>
        </p:nvSpPr>
        <p:spPr>
          <a:xfrm>
            <a:off x="7406640" y="2075688"/>
            <a:ext cx="4096512" cy="566928"/>
          </a:xfrm>
          <a:prstGeom prst="rect">
            <a:avLst/>
          </a:prstGeom>
          <a:noFill/>
          <a:ln/>
        </p:spPr>
        <p:txBody>
          <a:bodyPr wrap="square" lIns="0" tIns="0" rIns="0" bIns="0" rtlCol="0" anchor="ctr"/>
          <a:lstStyle/>
          <a:p>
            <a:pPr marL="0" indent="0">
              <a:buNone/>
            </a:pPr>
            <a:r>
              <a:rPr lang="en-US" sz="1700" b="1" dirty="0">
                <a:solidFill>
                  <a:srgbClr val="E3A672"/>
                </a:solidFill>
                <a:latin typeface="Calibri" pitchFamily="34" charset="0"/>
                <a:ea typeface="Calibri" pitchFamily="34" charset="-122"/>
                <a:cs typeface="Calibri" pitchFamily="34" charset="-120"/>
              </a:rPr>
              <a:t>02   </a:t>
            </a:r>
            <a:r>
              <a:rPr lang="en-US" sz="1700" dirty="0">
                <a:solidFill>
                  <a:srgbClr val="F3EEE4"/>
                </a:solidFill>
                <a:latin typeface="Calibri" pitchFamily="34" charset="0"/>
                <a:ea typeface="Calibri" pitchFamily="34" charset="-122"/>
                <a:cs typeface="Calibri" pitchFamily="34" charset="-120"/>
              </a:rPr>
              <a:t>Your sins are gone</a:t>
            </a:r>
            <a:endParaRPr lang="en-US" sz="1700" dirty="0"/>
          </a:p>
        </p:txBody>
      </p:sp>
      <p:sp>
        <p:nvSpPr>
          <p:cNvPr id="11" name="Shape 9"/>
          <p:cNvSpPr/>
          <p:nvPr/>
        </p:nvSpPr>
        <p:spPr>
          <a:xfrm>
            <a:off x="7406640" y="2642616"/>
            <a:ext cx="4096512" cy="0"/>
          </a:xfrm>
          <a:prstGeom prst="line">
            <a:avLst/>
          </a:prstGeom>
          <a:noFill/>
          <a:ln w="9525">
            <a:solidFill>
              <a:srgbClr val="3A4B4F"/>
            </a:solidFill>
            <a:prstDash val="solid"/>
          </a:ln>
        </p:spPr>
        <p:txBody>
          <a:bodyPr/>
          <a:lstStyle/>
          <a:p>
            <a:endParaRPr lang="en-US"/>
          </a:p>
        </p:txBody>
      </p:sp>
      <p:sp>
        <p:nvSpPr>
          <p:cNvPr id="12" name="Text 10"/>
          <p:cNvSpPr/>
          <p:nvPr/>
        </p:nvSpPr>
        <p:spPr>
          <a:xfrm>
            <a:off x="7406640" y="2642616"/>
            <a:ext cx="4096512" cy="566928"/>
          </a:xfrm>
          <a:prstGeom prst="rect">
            <a:avLst/>
          </a:prstGeom>
          <a:noFill/>
          <a:ln/>
        </p:spPr>
        <p:txBody>
          <a:bodyPr wrap="square" lIns="0" tIns="0" rIns="0" bIns="0" rtlCol="0" anchor="ctr"/>
          <a:lstStyle/>
          <a:p>
            <a:pPr marL="0" indent="0">
              <a:buNone/>
            </a:pPr>
            <a:r>
              <a:rPr lang="en-US" sz="1700" b="1" dirty="0">
                <a:solidFill>
                  <a:srgbClr val="E3A672"/>
                </a:solidFill>
                <a:latin typeface="Calibri" pitchFamily="34" charset="0"/>
                <a:ea typeface="Calibri" pitchFamily="34" charset="-122"/>
                <a:cs typeface="Calibri" pitchFamily="34" charset="-120"/>
              </a:rPr>
              <a:t>03   </a:t>
            </a:r>
            <a:r>
              <a:rPr lang="en-US" sz="1700" dirty="0">
                <a:solidFill>
                  <a:srgbClr val="F3EEE4"/>
                </a:solidFill>
                <a:latin typeface="Calibri" pitchFamily="34" charset="0"/>
                <a:ea typeface="Calibri" pitchFamily="34" charset="-122"/>
                <a:cs typeface="Calibri" pitchFamily="34" charset="-120"/>
              </a:rPr>
              <a:t>The Lord added you to His church</a:t>
            </a:r>
            <a:endParaRPr lang="en-US" sz="1700" dirty="0"/>
          </a:p>
        </p:txBody>
      </p:sp>
      <p:sp>
        <p:nvSpPr>
          <p:cNvPr id="13" name="Shape 11"/>
          <p:cNvSpPr/>
          <p:nvPr/>
        </p:nvSpPr>
        <p:spPr>
          <a:xfrm>
            <a:off x="7406640" y="3209544"/>
            <a:ext cx="4096512" cy="0"/>
          </a:xfrm>
          <a:prstGeom prst="line">
            <a:avLst/>
          </a:prstGeom>
          <a:noFill/>
          <a:ln w="9525">
            <a:solidFill>
              <a:srgbClr val="3A4B4F"/>
            </a:solidFill>
            <a:prstDash val="solid"/>
          </a:ln>
        </p:spPr>
        <p:txBody>
          <a:bodyPr/>
          <a:lstStyle/>
          <a:p>
            <a:endParaRPr lang="en-US"/>
          </a:p>
        </p:txBody>
      </p:sp>
      <p:sp>
        <p:nvSpPr>
          <p:cNvPr id="14" name="Text 12"/>
          <p:cNvSpPr/>
          <p:nvPr/>
        </p:nvSpPr>
        <p:spPr>
          <a:xfrm>
            <a:off x="7406640" y="3209544"/>
            <a:ext cx="4096512" cy="566928"/>
          </a:xfrm>
          <a:prstGeom prst="rect">
            <a:avLst/>
          </a:prstGeom>
          <a:noFill/>
          <a:ln/>
        </p:spPr>
        <p:txBody>
          <a:bodyPr wrap="square" lIns="0" tIns="0" rIns="0" bIns="0" rtlCol="0" anchor="ctr"/>
          <a:lstStyle/>
          <a:p>
            <a:pPr marL="0" indent="0">
              <a:buNone/>
            </a:pPr>
            <a:r>
              <a:rPr lang="en-US" sz="1700" b="1" dirty="0">
                <a:solidFill>
                  <a:srgbClr val="E3A672"/>
                </a:solidFill>
                <a:latin typeface="Calibri" pitchFamily="34" charset="0"/>
                <a:ea typeface="Calibri" pitchFamily="34" charset="-122"/>
                <a:cs typeface="Calibri" pitchFamily="34" charset="-120"/>
              </a:rPr>
              <a:t>04   </a:t>
            </a:r>
            <a:r>
              <a:rPr lang="en-US" sz="1700" dirty="0">
                <a:solidFill>
                  <a:srgbClr val="F3EEE4"/>
                </a:solidFill>
                <a:latin typeface="Calibri" pitchFamily="34" charset="0"/>
                <a:ea typeface="Calibri" pitchFamily="34" charset="-122"/>
                <a:cs typeface="Calibri" pitchFamily="34" charset="-120"/>
              </a:rPr>
              <a:t>What the church is and why it matters</a:t>
            </a:r>
            <a:endParaRPr lang="en-US" sz="1700" dirty="0"/>
          </a:p>
        </p:txBody>
      </p:sp>
      <p:sp>
        <p:nvSpPr>
          <p:cNvPr id="15" name="Shape 13"/>
          <p:cNvSpPr/>
          <p:nvPr/>
        </p:nvSpPr>
        <p:spPr>
          <a:xfrm>
            <a:off x="7406640" y="3776472"/>
            <a:ext cx="4096512" cy="0"/>
          </a:xfrm>
          <a:prstGeom prst="line">
            <a:avLst/>
          </a:prstGeom>
          <a:noFill/>
          <a:ln w="9525">
            <a:solidFill>
              <a:srgbClr val="3A4B4F"/>
            </a:solidFill>
            <a:prstDash val="solid"/>
          </a:ln>
        </p:spPr>
        <p:txBody>
          <a:bodyPr/>
          <a:lstStyle/>
          <a:p>
            <a:endParaRPr lang="en-US"/>
          </a:p>
        </p:txBody>
      </p:sp>
      <p:sp>
        <p:nvSpPr>
          <p:cNvPr id="16" name="Text 14"/>
          <p:cNvSpPr/>
          <p:nvPr/>
        </p:nvSpPr>
        <p:spPr>
          <a:xfrm>
            <a:off x="7406640" y="3776472"/>
            <a:ext cx="4096512" cy="566928"/>
          </a:xfrm>
          <a:prstGeom prst="rect">
            <a:avLst/>
          </a:prstGeom>
          <a:noFill/>
          <a:ln/>
        </p:spPr>
        <p:txBody>
          <a:bodyPr wrap="square" lIns="0" tIns="0" rIns="0" bIns="0" rtlCol="0" anchor="ctr"/>
          <a:lstStyle/>
          <a:p>
            <a:pPr marL="0" indent="0">
              <a:buNone/>
            </a:pPr>
            <a:r>
              <a:rPr lang="en-US" sz="1700" b="1" dirty="0">
                <a:solidFill>
                  <a:srgbClr val="E3A672"/>
                </a:solidFill>
                <a:latin typeface="Calibri" pitchFamily="34" charset="0"/>
                <a:ea typeface="Calibri" pitchFamily="34" charset="-122"/>
                <a:cs typeface="Calibri" pitchFamily="34" charset="-120"/>
              </a:rPr>
              <a:t>05   </a:t>
            </a:r>
            <a:r>
              <a:rPr lang="en-US" sz="1700" dirty="0">
                <a:solidFill>
                  <a:srgbClr val="F3EEE4"/>
                </a:solidFill>
                <a:latin typeface="Calibri" pitchFamily="34" charset="0"/>
                <a:ea typeface="Calibri" pitchFamily="34" charset="-122"/>
                <a:cs typeface="Calibri" pitchFamily="34" charset="-120"/>
              </a:rPr>
              <a:t>You are a new creation</a:t>
            </a:r>
            <a:endParaRPr lang="en-US" sz="1700" dirty="0"/>
          </a:p>
        </p:txBody>
      </p:sp>
      <p:sp>
        <p:nvSpPr>
          <p:cNvPr id="17" name="Shape 15"/>
          <p:cNvSpPr/>
          <p:nvPr/>
        </p:nvSpPr>
        <p:spPr>
          <a:xfrm>
            <a:off x="7406640" y="4343400"/>
            <a:ext cx="4096512" cy="0"/>
          </a:xfrm>
          <a:prstGeom prst="line">
            <a:avLst/>
          </a:prstGeom>
          <a:noFill/>
          <a:ln w="9525">
            <a:solidFill>
              <a:srgbClr val="3A4B4F"/>
            </a:solidFill>
            <a:prstDash val="solid"/>
          </a:ln>
        </p:spPr>
        <p:txBody>
          <a:bodyPr/>
          <a:lstStyle/>
          <a:p>
            <a:endParaRPr lang="en-US"/>
          </a:p>
        </p:txBody>
      </p:sp>
      <p:sp>
        <p:nvSpPr>
          <p:cNvPr id="18" name="Text 16"/>
          <p:cNvSpPr/>
          <p:nvPr/>
        </p:nvSpPr>
        <p:spPr>
          <a:xfrm>
            <a:off x="7406640" y="4343400"/>
            <a:ext cx="4096512" cy="566928"/>
          </a:xfrm>
          <a:prstGeom prst="rect">
            <a:avLst/>
          </a:prstGeom>
          <a:noFill/>
          <a:ln/>
        </p:spPr>
        <p:txBody>
          <a:bodyPr wrap="square" lIns="0" tIns="0" rIns="0" bIns="0" rtlCol="0" anchor="ctr"/>
          <a:lstStyle/>
          <a:p>
            <a:pPr marL="0" indent="0">
              <a:buNone/>
            </a:pPr>
            <a:r>
              <a:rPr lang="en-US" sz="1700" b="1" dirty="0">
                <a:solidFill>
                  <a:srgbClr val="E3A672"/>
                </a:solidFill>
                <a:latin typeface="Calibri" pitchFamily="34" charset="0"/>
                <a:ea typeface="Calibri" pitchFamily="34" charset="-122"/>
                <a:cs typeface="Calibri" pitchFamily="34" charset="-120"/>
              </a:rPr>
              <a:t>06   </a:t>
            </a:r>
            <a:r>
              <a:rPr lang="en-US" sz="1700" dirty="0">
                <a:solidFill>
                  <a:srgbClr val="F3EEE4"/>
                </a:solidFill>
                <a:latin typeface="Calibri" pitchFamily="34" charset="0"/>
                <a:ea typeface="Calibri" pitchFamily="34" charset="-122"/>
                <a:cs typeface="Calibri" pitchFamily="34" charset="-120"/>
              </a:rPr>
              <a:t>The gift of the Holy Spirit</a:t>
            </a:r>
            <a:endParaRPr lang="en-US" sz="1700" dirty="0"/>
          </a:p>
        </p:txBody>
      </p:sp>
      <p:sp>
        <p:nvSpPr>
          <p:cNvPr id="19" name="Text 17"/>
          <p:cNvSpPr/>
          <p:nvPr/>
        </p:nvSpPr>
        <p:spPr>
          <a:xfrm>
            <a:off x="685800" y="6400800"/>
            <a:ext cx="5486400" cy="274320"/>
          </a:xfrm>
          <a:prstGeom prst="rect">
            <a:avLst/>
          </a:prstGeom>
          <a:noFill/>
          <a:ln/>
        </p:spPr>
        <p:txBody>
          <a:bodyPr wrap="square" lIns="0" tIns="0" rIns="0" bIns="0" rtlCol="0" anchor="ctr"/>
          <a:lstStyle/>
          <a:p>
            <a:pPr marL="0" indent="0">
              <a:buNone/>
            </a:pPr>
            <a:r>
              <a:rPr lang="en-US" sz="1000" dirty="0">
                <a:solidFill>
                  <a:srgbClr val="C3CBC8"/>
                </a:solidFill>
                <a:latin typeface="Calibri" pitchFamily="34" charset="0"/>
                <a:ea typeface="Calibri" pitchFamily="34" charset="-122"/>
                <a:cs typeface="Calibri" pitchFamily="34" charset="-120"/>
              </a:rPr>
              <a:t>Welcome to the Family of God</a:t>
            </a:r>
            <a:endParaRPr lang="en-US" sz="1000" dirty="0"/>
          </a:p>
        </p:txBody>
      </p:sp>
      <p:sp>
        <p:nvSpPr>
          <p:cNvPr id="20" name="Text 18"/>
          <p:cNvSpPr/>
          <p:nvPr/>
        </p:nvSpPr>
        <p:spPr>
          <a:xfrm>
            <a:off x="10591495" y="6400800"/>
            <a:ext cx="914400" cy="274320"/>
          </a:xfrm>
          <a:prstGeom prst="rect">
            <a:avLst/>
          </a:prstGeom>
          <a:noFill/>
          <a:ln/>
        </p:spPr>
        <p:txBody>
          <a:bodyPr wrap="square" lIns="0" tIns="0" rIns="0" bIns="0" rtlCol="0" anchor="ctr"/>
          <a:lstStyle/>
          <a:p>
            <a:pPr marL="0" indent="0" algn="r">
              <a:buNone/>
            </a:pPr>
            <a:r>
              <a:rPr lang="en-US" sz="1000" dirty="0">
                <a:solidFill>
                  <a:srgbClr val="C3CBC8"/>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2EA"/>
        </a:solidFill>
        <a:effectLst/>
      </p:bgPr>
    </p:bg>
    <p:spTree>
      <p:nvGrpSpPr>
        <p:cNvPr id="1" name=""/>
        <p:cNvGrpSpPr/>
        <p:nvPr/>
      </p:nvGrpSpPr>
      <p:grpSpPr>
        <a:xfrm>
          <a:off x="0" y="0"/>
          <a:ext cx="0" cy="0"/>
          <a:chOff x="0" y="0"/>
          <a:chExt cx="0" cy="0"/>
        </a:xfrm>
      </p:grpSpPr>
      <p:sp>
        <p:nvSpPr>
          <p:cNvPr id="2" name="Text 0"/>
          <p:cNvSpPr/>
          <p:nvPr/>
        </p:nvSpPr>
        <p:spPr>
          <a:xfrm>
            <a:off x="685800" y="502920"/>
            <a:ext cx="10820095" cy="274320"/>
          </a:xfrm>
          <a:prstGeom prst="rect">
            <a:avLst/>
          </a:prstGeom>
          <a:noFill/>
          <a:ln/>
        </p:spPr>
        <p:txBody>
          <a:bodyPr wrap="square" lIns="0" tIns="0" rIns="0" bIns="0" rtlCol="0" anchor="ctr"/>
          <a:lstStyle/>
          <a:p>
            <a:pPr marL="0" indent="0">
              <a:buNone/>
            </a:pPr>
            <a:r>
              <a:rPr lang="en-US" sz="1200" b="1" kern="0" spc="300" dirty="0">
                <a:solidFill>
                  <a:srgbClr val="8F4519"/>
                </a:solidFill>
                <a:latin typeface="Calibri" pitchFamily="34" charset="0"/>
                <a:ea typeface="Calibri" pitchFamily="34" charset="-122"/>
                <a:cs typeface="Calibri" pitchFamily="34" charset="-120"/>
              </a:rPr>
              <a:t>LESSON 1 · WHAT HAPPENED YESTERDAY</a:t>
            </a:r>
            <a:endParaRPr lang="en-US" sz="1200" dirty="0"/>
          </a:p>
        </p:txBody>
      </p:sp>
      <p:sp>
        <p:nvSpPr>
          <p:cNvPr id="3" name="Text 1"/>
          <p:cNvSpPr/>
          <p:nvPr/>
        </p:nvSpPr>
        <p:spPr>
          <a:xfrm>
            <a:off x="685800" y="822960"/>
            <a:ext cx="10820095" cy="777240"/>
          </a:xfrm>
          <a:prstGeom prst="rect">
            <a:avLst/>
          </a:prstGeom>
          <a:noFill/>
          <a:ln/>
        </p:spPr>
        <p:txBody>
          <a:bodyPr wrap="square" lIns="0" tIns="0" rIns="0" bIns="0" rtlCol="0" anchor="t"/>
          <a:lstStyle/>
          <a:p>
            <a:pPr marL="0" indent="0">
              <a:buNone/>
            </a:pPr>
            <a:r>
              <a:rPr lang="en-US" sz="3400" b="1" dirty="0">
                <a:solidFill>
                  <a:srgbClr val="22201C"/>
                </a:solidFill>
                <a:latin typeface="Georgia" pitchFamily="34" charset="0"/>
                <a:ea typeface="Georgia" pitchFamily="34" charset="-122"/>
                <a:cs typeface="Georgia" pitchFamily="34" charset="-120"/>
              </a:rPr>
              <a:t>You obeyed the gospel</a:t>
            </a:r>
            <a:endParaRPr lang="en-US" sz="3400" dirty="0"/>
          </a:p>
        </p:txBody>
      </p:sp>
      <p:sp>
        <p:nvSpPr>
          <p:cNvPr id="4" name="Text 2"/>
          <p:cNvSpPr/>
          <p:nvPr/>
        </p:nvSpPr>
        <p:spPr>
          <a:xfrm>
            <a:off x="685800" y="6400800"/>
            <a:ext cx="5486400" cy="274320"/>
          </a:xfrm>
          <a:prstGeom prst="rect">
            <a:avLst/>
          </a:prstGeom>
          <a:noFill/>
          <a:ln/>
        </p:spPr>
        <p:txBody>
          <a:bodyPr wrap="square" lIns="0" tIns="0" rIns="0" bIns="0" rtlCol="0" anchor="ctr"/>
          <a:lstStyle/>
          <a:p>
            <a:pPr marL="0" indent="0">
              <a:buNone/>
            </a:pPr>
            <a:r>
              <a:rPr lang="en-US" sz="1000" dirty="0">
                <a:solidFill>
                  <a:srgbClr val="5C574F"/>
                </a:solidFill>
                <a:latin typeface="Calibri" pitchFamily="34" charset="0"/>
                <a:ea typeface="Calibri" pitchFamily="34" charset="-122"/>
                <a:cs typeface="Calibri" pitchFamily="34" charset="-120"/>
              </a:rPr>
              <a:t>Welcome to the Family of God</a:t>
            </a:r>
            <a:endParaRPr lang="en-US" sz="1000" dirty="0"/>
          </a:p>
        </p:txBody>
      </p:sp>
      <p:sp>
        <p:nvSpPr>
          <p:cNvPr id="5" name="Text 3"/>
          <p:cNvSpPr/>
          <p:nvPr/>
        </p:nvSpPr>
        <p:spPr>
          <a:xfrm>
            <a:off x="10591495" y="6400800"/>
            <a:ext cx="914400" cy="274320"/>
          </a:xfrm>
          <a:prstGeom prst="rect">
            <a:avLst/>
          </a:prstGeom>
          <a:noFill/>
          <a:ln/>
        </p:spPr>
        <p:txBody>
          <a:bodyPr wrap="square" lIns="0" tIns="0" rIns="0" bIns="0" rtlCol="0" anchor="ctr"/>
          <a:lstStyle/>
          <a:p>
            <a:pPr marL="0" indent="0" algn="r">
              <a:buNone/>
            </a:pPr>
            <a:r>
              <a:rPr lang="en-US" sz="1000" dirty="0">
                <a:solidFill>
                  <a:srgbClr val="5C574F"/>
                </a:solidFill>
                <a:latin typeface="Calibri" pitchFamily="34" charset="0"/>
                <a:ea typeface="Calibri" pitchFamily="34" charset="-122"/>
                <a:cs typeface="Calibri" pitchFamily="34" charset="-120"/>
              </a:rPr>
              <a:t>3</a:t>
            </a:r>
            <a:endParaRPr lang="en-US" sz="1000" dirty="0"/>
          </a:p>
        </p:txBody>
      </p:sp>
      <p:sp>
        <p:nvSpPr>
          <p:cNvPr id="6" name="Text 4"/>
          <p:cNvSpPr/>
          <p:nvPr/>
        </p:nvSpPr>
        <p:spPr>
          <a:xfrm>
            <a:off x="685800" y="1645920"/>
            <a:ext cx="9601200" cy="731520"/>
          </a:xfrm>
          <a:prstGeom prst="rect">
            <a:avLst/>
          </a:prstGeom>
          <a:noFill/>
          <a:ln/>
        </p:spPr>
        <p:txBody>
          <a:bodyPr wrap="square" lIns="0" tIns="0" rIns="0" bIns="0" rtlCol="0" anchor="t"/>
          <a:lstStyle/>
          <a:p>
            <a:pPr marL="0" indent="0">
              <a:buNone/>
            </a:pPr>
            <a:r>
              <a:rPr lang="en-US" sz="1700" dirty="0">
                <a:solidFill>
                  <a:srgbClr val="5C574F"/>
                </a:solidFill>
                <a:latin typeface="Calibri" pitchFamily="34" charset="0"/>
                <a:ea typeface="Calibri" pitchFamily="34" charset="-122"/>
                <a:cs typeface="Calibri" pitchFamily="34" charset="-120"/>
              </a:rPr>
              <a:t>You did not invent a path to God. You obeyed the one He revealed, the same pattern every convert in Acts obeyed.  </a:t>
            </a:r>
            <a:r>
              <a:rPr lang="en-US" sz="1700" b="1" dirty="0">
                <a:solidFill>
                  <a:srgbClr val="8F4519"/>
                </a:solidFill>
                <a:latin typeface="Calibri" pitchFamily="34" charset="0"/>
                <a:ea typeface="Calibri" pitchFamily="34" charset="-122"/>
                <a:cs typeface="Calibri" pitchFamily="34" charset="-120"/>
              </a:rPr>
              <a:t>Acts 2:37–41; 8:35–39; 16:30–34</a:t>
            </a:r>
            <a:endParaRPr lang="en-US" sz="1700" dirty="0"/>
          </a:p>
        </p:txBody>
      </p:sp>
      <p:sp>
        <p:nvSpPr>
          <p:cNvPr id="7" name="Shape 5"/>
          <p:cNvSpPr/>
          <p:nvPr/>
        </p:nvSpPr>
        <p:spPr>
          <a:xfrm>
            <a:off x="685800" y="2743200"/>
            <a:ext cx="2003085" cy="0"/>
          </a:xfrm>
          <a:prstGeom prst="line">
            <a:avLst/>
          </a:prstGeom>
          <a:noFill/>
          <a:ln w="12700">
            <a:solidFill>
              <a:srgbClr val="DDD4C4"/>
            </a:solidFill>
            <a:prstDash val="solid"/>
          </a:ln>
        </p:spPr>
        <p:txBody>
          <a:bodyPr/>
          <a:lstStyle/>
          <a:p>
            <a:endParaRPr lang="en-US"/>
          </a:p>
        </p:txBody>
      </p:sp>
      <p:sp>
        <p:nvSpPr>
          <p:cNvPr id="8" name="Text 6"/>
          <p:cNvSpPr/>
          <p:nvPr/>
        </p:nvSpPr>
        <p:spPr>
          <a:xfrm>
            <a:off x="685800" y="2926080"/>
            <a:ext cx="914400" cy="685800"/>
          </a:xfrm>
          <a:prstGeom prst="rect">
            <a:avLst/>
          </a:prstGeom>
          <a:noFill/>
          <a:ln/>
        </p:spPr>
        <p:txBody>
          <a:bodyPr wrap="square" lIns="0" tIns="0" rIns="0" bIns="0" rtlCol="0" anchor="t"/>
          <a:lstStyle/>
          <a:p>
            <a:pPr marL="0" indent="0">
              <a:buNone/>
            </a:pPr>
            <a:r>
              <a:rPr lang="en-US" sz="4000" b="1" dirty="0">
                <a:solidFill>
                  <a:srgbClr val="8F4519"/>
                </a:solidFill>
                <a:latin typeface="Georgia" pitchFamily="34" charset="0"/>
                <a:ea typeface="Georgia" pitchFamily="34" charset="-122"/>
                <a:cs typeface="Georgia" pitchFamily="34" charset="-120"/>
              </a:rPr>
              <a:t>1</a:t>
            </a:r>
            <a:endParaRPr lang="en-US" sz="4000" dirty="0"/>
          </a:p>
        </p:txBody>
      </p:sp>
      <p:sp>
        <p:nvSpPr>
          <p:cNvPr id="9" name="Text 7"/>
          <p:cNvSpPr/>
          <p:nvPr/>
        </p:nvSpPr>
        <p:spPr>
          <a:xfrm>
            <a:off x="685800" y="3703320"/>
            <a:ext cx="2003085" cy="1417320"/>
          </a:xfrm>
          <a:prstGeom prst="rect">
            <a:avLst/>
          </a:prstGeom>
          <a:noFill/>
          <a:ln/>
        </p:spPr>
        <p:txBody>
          <a:bodyPr wrap="square" lIns="0" tIns="0" rIns="0" bIns="0" rtlCol="0" anchor="t"/>
          <a:lstStyle/>
          <a:p>
            <a:pPr marL="0" indent="0">
              <a:spcAft>
                <a:spcPts val="600"/>
              </a:spcAft>
              <a:buNone/>
            </a:pPr>
            <a:r>
              <a:rPr lang="en-US" sz="2000" b="1" dirty="0">
                <a:solidFill>
                  <a:srgbClr val="22201C"/>
                </a:solidFill>
                <a:latin typeface="Calibri" pitchFamily="34" charset="0"/>
                <a:ea typeface="Calibri" pitchFamily="34" charset="-122"/>
                <a:cs typeface="Calibri" pitchFamily="34" charset="-120"/>
              </a:rPr>
              <a:t>Heard</a:t>
            </a:r>
            <a:endParaRPr lang="en-US" sz="2000" dirty="0"/>
          </a:p>
          <a:p>
            <a:pPr marL="0" indent="0">
              <a:buNone/>
            </a:pPr>
            <a:r>
              <a:rPr lang="en-US" sz="1500" dirty="0">
                <a:solidFill>
                  <a:srgbClr val="5C574F"/>
                </a:solidFill>
                <a:latin typeface="Calibri" pitchFamily="34" charset="0"/>
                <a:ea typeface="Calibri" pitchFamily="34" charset="-122"/>
                <a:cs typeface="Calibri" pitchFamily="34" charset="-120"/>
              </a:rPr>
              <a:t>Faith comes by hearing the Word of God</a:t>
            </a:r>
            <a:endParaRPr lang="en-US" sz="2000" dirty="0"/>
          </a:p>
        </p:txBody>
      </p:sp>
      <p:sp>
        <p:nvSpPr>
          <p:cNvPr id="10" name="Text 8"/>
          <p:cNvSpPr/>
          <p:nvPr/>
        </p:nvSpPr>
        <p:spPr>
          <a:xfrm>
            <a:off x="685800" y="5303520"/>
            <a:ext cx="2003085" cy="274320"/>
          </a:xfrm>
          <a:prstGeom prst="rect">
            <a:avLst/>
          </a:prstGeom>
          <a:noFill/>
          <a:ln/>
        </p:spPr>
        <p:txBody>
          <a:bodyPr wrap="square" lIns="0" tIns="0" rIns="0" bIns="0" rtlCol="0" anchor="ctr"/>
          <a:lstStyle/>
          <a:p>
            <a:pPr marL="0" indent="0">
              <a:buNone/>
            </a:pPr>
            <a:r>
              <a:rPr lang="en-US" sz="1300" b="1" dirty="0">
                <a:solidFill>
                  <a:srgbClr val="8F4519"/>
                </a:solidFill>
                <a:latin typeface="Calibri" pitchFamily="34" charset="0"/>
                <a:ea typeface="Calibri" pitchFamily="34" charset="-122"/>
                <a:cs typeface="Calibri" pitchFamily="34" charset="-120"/>
              </a:rPr>
              <a:t>Romans 10:17</a:t>
            </a:r>
            <a:endParaRPr lang="en-US" sz="1300" dirty="0"/>
          </a:p>
        </p:txBody>
      </p:sp>
      <p:sp>
        <p:nvSpPr>
          <p:cNvPr id="11" name="Shape 9"/>
          <p:cNvSpPr/>
          <p:nvPr/>
        </p:nvSpPr>
        <p:spPr>
          <a:xfrm>
            <a:off x="2890053" y="2743200"/>
            <a:ext cx="2003085" cy="0"/>
          </a:xfrm>
          <a:prstGeom prst="line">
            <a:avLst/>
          </a:prstGeom>
          <a:noFill/>
          <a:ln w="12700">
            <a:solidFill>
              <a:srgbClr val="DDD4C4"/>
            </a:solidFill>
            <a:prstDash val="solid"/>
          </a:ln>
        </p:spPr>
        <p:txBody>
          <a:bodyPr/>
          <a:lstStyle/>
          <a:p>
            <a:endParaRPr lang="en-US"/>
          </a:p>
        </p:txBody>
      </p:sp>
      <p:sp>
        <p:nvSpPr>
          <p:cNvPr id="12" name="Text 10"/>
          <p:cNvSpPr/>
          <p:nvPr/>
        </p:nvSpPr>
        <p:spPr>
          <a:xfrm>
            <a:off x="2890053" y="2926080"/>
            <a:ext cx="914400" cy="685800"/>
          </a:xfrm>
          <a:prstGeom prst="rect">
            <a:avLst/>
          </a:prstGeom>
          <a:noFill/>
          <a:ln/>
        </p:spPr>
        <p:txBody>
          <a:bodyPr wrap="square" lIns="0" tIns="0" rIns="0" bIns="0" rtlCol="0" anchor="t"/>
          <a:lstStyle/>
          <a:p>
            <a:pPr marL="0" indent="0">
              <a:buNone/>
            </a:pPr>
            <a:r>
              <a:rPr lang="en-US" sz="4000" b="1" dirty="0">
                <a:solidFill>
                  <a:srgbClr val="8F4519"/>
                </a:solidFill>
                <a:latin typeface="Georgia" pitchFamily="34" charset="0"/>
                <a:ea typeface="Georgia" pitchFamily="34" charset="-122"/>
                <a:cs typeface="Georgia" pitchFamily="34" charset="-120"/>
              </a:rPr>
              <a:t>2</a:t>
            </a:r>
            <a:endParaRPr lang="en-US" sz="4000" dirty="0"/>
          </a:p>
        </p:txBody>
      </p:sp>
      <p:sp>
        <p:nvSpPr>
          <p:cNvPr id="13" name="Text 11"/>
          <p:cNvSpPr/>
          <p:nvPr/>
        </p:nvSpPr>
        <p:spPr>
          <a:xfrm>
            <a:off x="2890053" y="3703320"/>
            <a:ext cx="2003085" cy="1417320"/>
          </a:xfrm>
          <a:prstGeom prst="rect">
            <a:avLst/>
          </a:prstGeom>
          <a:noFill/>
          <a:ln/>
        </p:spPr>
        <p:txBody>
          <a:bodyPr wrap="square" lIns="0" tIns="0" rIns="0" bIns="0" rtlCol="0" anchor="t"/>
          <a:lstStyle/>
          <a:p>
            <a:pPr marL="0" indent="0">
              <a:spcAft>
                <a:spcPts val="600"/>
              </a:spcAft>
              <a:buNone/>
            </a:pPr>
            <a:r>
              <a:rPr lang="en-US" sz="2000" b="1" dirty="0">
                <a:solidFill>
                  <a:srgbClr val="22201C"/>
                </a:solidFill>
                <a:latin typeface="Calibri" pitchFamily="34" charset="0"/>
                <a:ea typeface="Calibri" pitchFamily="34" charset="-122"/>
                <a:cs typeface="Calibri" pitchFamily="34" charset="-120"/>
              </a:rPr>
              <a:t>Believed</a:t>
            </a:r>
            <a:endParaRPr lang="en-US" sz="2000" dirty="0"/>
          </a:p>
          <a:p>
            <a:pPr marL="0" indent="0">
              <a:buNone/>
            </a:pPr>
            <a:r>
              <a:rPr lang="en-US" sz="1500" dirty="0">
                <a:solidFill>
                  <a:srgbClr val="5C574F"/>
                </a:solidFill>
                <a:latin typeface="Calibri" pitchFamily="34" charset="0"/>
                <a:ea typeface="Calibri" pitchFamily="34" charset="-122"/>
                <a:cs typeface="Calibri" pitchFamily="34" charset="-120"/>
              </a:rPr>
              <a:t>Jesus is the Christ, the Son of God</a:t>
            </a:r>
            <a:endParaRPr lang="en-US" sz="2000" dirty="0"/>
          </a:p>
        </p:txBody>
      </p:sp>
      <p:sp>
        <p:nvSpPr>
          <p:cNvPr id="14" name="Text 12"/>
          <p:cNvSpPr/>
          <p:nvPr/>
        </p:nvSpPr>
        <p:spPr>
          <a:xfrm>
            <a:off x="2890053" y="5303520"/>
            <a:ext cx="2003085" cy="274320"/>
          </a:xfrm>
          <a:prstGeom prst="rect">
            <a:avLst/>
          </a:prstGeom>
          <a:noFill/>
          <a:ln/>
        </p:spPr>
        <p:txBody>
          <a:bodyPr wrap="square" lIns="0" tIns="0" rIns="0" bIns="0" rtlCol="0" anchor="ctr"/>
          <a:lstStyle/>
          <a:p>
            <a:pPr marL="0" indent="0">
              <a:buNone/>
            </a:pPr>
            <a:r>
              <a:rPr lang="en-US" sz="1300" b="1" dirty="0">
                <a:solidFill>
                  <a:srgbClr val="8F4519"/>
                </a:solidFill>
                <a:latin typeface="Calibri" pitchFamily="34" charset="0"/>
                <a:ea typeface="Calibri" pitchFamily="34" charset="-122"/>
                <a:cs typeface="Calibri" pitchFamily="34" charset="-120"/>
              </a:rPr>
              <a:t>John 8:24</a:t>
            </a:r>
            <a:endParaRPr lang="en-US" sz="1300" dirty="0"/>
          </a:p>
        </p:txBody>
      </p:sp>
      <p:sp>
        <p:nvSpPr>
          <p:cNvPr id="15" name="Shape 13"/>
          <p:cNvSpPr/>
          <p:nvPr/>
        </p:nvSpPr>
        <p:spPr>
          <a:xfrm>
            <a:off x="5094305" y="2743200"/>
            <a:ext cx="2003085" cy="0"/>
          </a:xfrm>
          <a:prstGeom prst="line">
            <a:avLst/>
          </a:prstGeom>
          <a:noFill/>
          <a:ln w="12700">
            <a:solidFill>
              <a:srgbClr val="DDD4C4"/>
            </a:solidFill>
            <a:prstDash val="solid"/>
          </a:ln>
        </p:spPr>
        <p:txBody>
          <a:bodyPr/>
          <a:lstStyle/>
          <a:p>
            <a:endParaRPr lang="en-US"/>
          </a:p>
        </p:txBody>
      </p:sp>
      <p:sp>
        <p:nvSpPr>
          <p:cNvPr id="16" name="Text 14"/>
          <p:cNvSpPr/>
          <p:nvPr/>
        </p:nvSpPr>
        <p:spPr>
          <a:xfrm>
            <a:off x="5094305" y="2926080"/>
            <a:ext cx="914400" cy="685800"/>
          </a:xfrm>
          <a:prstGeom prst="rect">
            <a:avLst/>
          </a:prstGeom>
          <a:noFill/>
          <a:ln/>
        </p:spPr>
        <p:txBody>
          <a:bodyPr wrap="square" lIns="0" tIns="0" rIns="0" bIns="0" rtlCol="0" anchor="t"/>
          <a:lstStyle/>
          <a:p>
            <a:pPr marL="0" indent="0">
              <a:buNone/>
            </a:pPr>
            <a:r>
              <a:rPr lang="en-US" sz="4000" b="1" dirty="0">
                <a:solidFill>
                  <a:srgbClr val="8F4519"/>
                </a:solidFill>
                <a:latin typeface="Georgia" pitchFamily="34" charset="0"/>
                <a:ea typeface="Georgia" pitchFamily="34" charset="-122"/>
                <a:cs typeface="Georgia" pitchFamily="34" charset="-120"/>
              </a:rPr>
              <a:t>3</a:t>
            </a:r>
            <a:endParaRPr lang="en-US" sz="4000" dirty="0"/>
          </a:p>
        </p:txBody>
      </p:sp>
      <p:sp>
        <p:nvSpPr>
          <p:cNvPr id="17" name="Text 15"/>
          <p:cNvSpPr/>
          <p:nvPr/>
        </p:nvSpPr>
        <p:spPr>
          <a:xfrm>
            <a:off x="5094305" y="3703320"/>
            <a:ext cx="2003085" cy="1417320"/>
          </a:xfrm>
          <a:prstGeom prst="rect">
            <a:avLst/>
          </a:prstGeom>
          <a:noFill/>
          <a:ln/>
        </p:spPr>
        <p:txBody>
          <a:bodyPr wrap="square" lIns="0" tIns="0" rIns="0" bIns="0" rtlCol="0" anchor="t"/>
          <a:lstStyle/>
          <a:p>
            <a:pPr marL="0" indent="0">
              <a:spcAft>
                <a:spcPts val="600"/>
              </a:spcAft>
              <a:buNone/>
            </a:pPr>
            <a:r>
              <a:rPr lang="en-US" sz="2000" b="1" dirty="0">
                <a:solidFill>
                  <a:srgbClr val="22201C"/>
                </a:solidFill>
                <a:latin typeface="Calibri" pitchFamily="34" charset="0"/>
                <a:ea typeface="Calibri" pitchFamily="34" charset="-122"/>
                <a:cs typeface="Calibri" pitchFamily="34" charset="-120"/>
              </a:rPr>
              <a:t>Repented</a:t>
            </a:r>
            <a:endParaRPr lang="en-US" sz="2000" dirty="0"/>
          </a:p>
          <a:p>
            <a:pPr marL="0" indent="0">
              <a:buNone/>
            </a:pPr>
            <a:r>
              <a:rPr lang="en-US" sz="1500" dirty="0">
                <a:solidFill>
                  <a:srgbClr val="5C574F"/>
                </a:solidFill>
                <a:latin typeface="Calibri" pitchFamily="34" charset="0"/>
                <a:ea typeface="Calibri" pitchFamily="34" charset="-122"/>
                <a:cs typeface="Calibri" pitchFamily="34" charset="-120"/>
              </a:rPr>
              <a:t>Turned from sin to serve God</a:t>
            </a:r>
            <a:endParaRPr lang="en-US" sz="2000" dirty="0"/>
          </a:p>
        </p:txBody>
      </p:sp>
      <p:sp>
        <p:nvSpPr>
          <p:cNvPr id="18" name="Text 16"/>
          <p:cNvSpPr/>
          <p:nvPr/>
        </p:nvSpPr>
        <p:spPr>
          <a:xfrm>
            <a:off x="5094305" y="5303520"/>
            <a:ext cx="2003085" cy="274320"/>
          </a:xfrm>
          <a:prstGeom prst="rect">
            <a:avLst/>
          </a:prstGeom>
          <a:noFill/>
          <a:ln/>
        </p:spPr>
        <p:txBody>
          <a:bodyPr wrap="square" lIns="0" tIns="0" rIns="0" bIns="0" rtlCol="0" anchor="ctr"/>
          <a:lstStyle/>
          <a:p>
            <a:pPr marL="0" indent="0">
              <a:buNone/>
            </a:pPr>
            <a:r>
              <a:rPr lang="en-US" sz="1300" b="1" dirty="0">
                <a:solidFill>
                  <a:srgbClr val="8F4519"/>
                </a:solidFill>
                <a:latin typeface="Calibri" pitchFamily="34" charset="0"/>
                <a:ea typeface="Calibri" pitchFamily="34" charset="-122"/>
                <a:cs typeface="Calibri" pitchFamily="34" charset="-120"/>
              </a:rPr>
              <a:t>Acts 17:30</a:t>
            </a:r>
            <a:endParaRPr lang="en-US" sz="1300" dirty="0"/>
          </a:p>
        </p:txBody>
      </p:sp>
      <p:sp>
        <p:nvSpPr>
          <p:cNvPr id="19" name="Shape 17"/>
          <p:cNvSpPr/>
          <p:nvPr/>
        </p:nvSpPr>
        <p:spPr>
          <a:xfrm>
            <a:off x="7298558" y="2743200"/>
            <a:ext cx="2003085" cy="0"/>
          </a:xfrm>
          <a:prstGeom prst="line">
            <a:avLst/>
          </a:prstGeom>
          <a:noFill/>
          <a:ln w="12700">
            <a:solidFill>
              <a:srgbClr val="DDD4C4"/>
            </a:solidFill>
            <a:prstDash val="solid"/>
          </a:ln>
        </p:spPr>
        <p:txBody>
          <a:bodyPr/>
          <a:lstStyle/>
          <a:p>
            <a:endParaRPr lang="en-US"/>
          </a:p>
        </p:txBody>
      </p:sp>
      <p:sp>
        <p:nvSpPr>
          <p:cNvPr id="20" name="Text 18"/>
          <p:cNvSpPr/>
          <p:nvPr/>
        </p:nvSpPr>
        <p:spPr>
          <a:xfrm>
            <a:off x="7298558" y="2926080"/>
            <a:ext cx="914400" cy="685800"/>
          </a:xfrm>
          <a:prstGeom prst="rect">
            <a:avLst/>
          </a:prstGeom>
          <a:noFill/>
          <a:ln/>
        </p:spPr>
        <p:txBody>
          <a:bodyPr wrap="square" lIns="0" tIns="0" rIns="0" bIns="0" rtlCol="0" anchor="t"/>
          <a:lstStyle/>
          <a:p>
            <a:pPr marL="0" indent="0">
              <a:buNone/>
            </a:pPr>
            <a:r>
              <a:rPr lang="en-US" sz="4000" b="1" dirty="0">
                <a:solidFill>
                  <a:srgbClr val="8F4519"/>
                </a:solidFill>
                <a:latin typeface="Georgia" pitchFamily="34" charset="0"/>
                <a:ea typeface="Georgia" pitchFamily="34" charset="-122"/>
                <a:cs typeface="Georgia" pitchFamily="34" charset="-120"/>
              </a:rPr>
              <a:t>4</a:t>
            </a:r>
            <a:endParaRPr lang="en-US" sz="4000" dirty="0"/>
          </a:p>
        </p:txBody>
      </p:sp>
      <p:sp>
        <p:nvSpPr>
          <p:cNvPr id="21" name="Text 19"/>
          <p:cNvSpPr/>
          <p:nvPr/>
        </p:nvSpPr>
        <p:spPr>
          <a:xfrm>
            <a:off x="7298558" y="3703320"/>
            <a:ext cx="2003085" cy="1417320"/>
          </a:xfrm>
          <a:prstGeom prst="rect">
            <a:avLst/>
          </a:prstGeom>
          <a:noFill/>
          <a:ln/>
        </p:spPr>
        <p:txBody>
          <a:bodyPr wrap="square" lIns="0" tIns="0" rIns="0" bIns="0" rtlCol="0" anchor="t"/>
          <a:lstStyle/>
          <a:p>
            <a:pPr marL="0" indent="0">
              <a:spcAft>
                <a:spcPts val="600"/>
              </a:spcAft>
              <a:buNone/>
            </a:pPr>
            <a:r>
              <a:rPr lang="en-US" sz="2000" b="1" dirty="0">
                <a:solidFill>
                  <a:srgbClr val="22201C"/>
                </a:solidFill>
                <a:latin typeface="Calibri" pitchFamily="34" charset="0"/>
                <a:ea typeface="Calibri" pitchFamily="34" charset="-122"/>
                <a:cs typeface="Calibri" pitchFamily="34" charset="-120"/>
              </a:rPr>
              <a:t>Confessed</a:t>
            </a:r>
            <a:endParaRPr lang="en-US" sz="2000" dirty="0"/>
          </a:p>
          <a:p>
            <a:pPr marL="0" indent="0">
              <a:buNone/>
            </a:pPr>
            <a:r>
              <a:rPr lang="en-US" sz="1500" dirty="0">
                <a:solidFill>
                  <a:srgbClr val="5C574F"/>
                </a:solidFill>
                <a:latin typeface="Calibri" pitchFamily="34" charset="0"/>
                <a:ea typeface="Calibri" pitchFamily="34" charset="-122"/>
                <a:cs typeface="Calibri" pitchFamily="34" charset="-120"/>
              </a:rPr>
              <a:t>Jesus as Lord with your mouth</a:t>
            </a:r>
            <a:endParaRPr lang="en-US" sz="2000" dirty="0"/>
          </a:p>
        </p:txBody>
      </p:sp>
      <p:sp>
        <p:nvSpPr>
          <p:cNvPr id="22" name="Text 20"/>
          <p:cNvSpPr/>
          <p:nvPr/>
        </p:nvSpPr>
        <p:spPr>
          <a:xfrm>
            <a:off x="7298558" y="5303520"/>
            <a:ext cx="2003085" cy="274320"/>
          </a:xfrm>
          <a:prstGeom prst="rect">
            <a:avLst/>
          </a:prstGeom>
          <a:noFill/>
          <a:ln/>
        </p:spPr>
        <p:txBody>
          <a:bodyPr wrap="square" lIns="0" tIns="0" rIns="0" bIns="0" rtlCol="0" anchor="ctr"/>
          <a:lstStyle/>
          <a:p>
            <a:pPr marL="0" indent="0">
              <a:buNone/>
            </a:pPr>
            <a:r>
              <a:rPr lang="en-US" sz="1300" b="1" dirty="0">
                <a:solidFill>
                  <a:srgbClr val="8F4519"/>
                </a:solidFill>
                <a:latin typeface="Calibri" pitchFamily="34" charset="0"/>
                <a:ea typeface="Calibri" pitchFamily="34" charset="-122"/>
                <a:cs typeface="Calibri" pitchFamily="34" charset="-120"/>
              </a:rPr>
              <a:t>Romans 10:9–10</a:t>
            </a:r>
            <a:endParaRPr lang="en-US" sz="1300" dirty="0"/>
          </a:p>
        </p:txBody>
      </p:sp>
      <p:sp>
        <p:nvSpPr>
          <p:cNvPr id="23" name="Shape 21"/>
          <p:cNvSpPr/>
          <p:nvPr/>
        </p:nvSpPr>
        <p:spPr>
          <a:xfrm>
            <a:off x="9502811" y="2743200"/>
            <a:ext cx="2003085" cy="0"/>
          </a:xfrm>
          <a:prstGeom prst="line">
            <a:avLst/>
          </a:prstGeom>
          <a:noFill/>
          <a:ln w="28575">
            <a:solidFill>
              <a:srgbClr val="8F4519"/>
            </a:solidFill>
            <a:prstDash val="solid"/>
          </a:ln>
        </p:spPr>
        <p:txBody>
          <a:bodyPr/>
          <a:lstStyle/>
          <a:p>
            <a:endParaRPr lang="en-US"/>
          </a:p>
        </p:txBody>
      </p:sp>
      <p:sp>
        <p:nvSpPr>
          <p:cNvPr id="24" name="Text 22"/>
          <p:cNvSpPr/>
          <p:nvPr/>
        </p:nvSpPr>
        <p:spPr>
          <a:xfrm>
            <a:off x="9502811" y="2926080"/>
            <a:ext cx="914400" cy="685800"/>
          </a:xfrm>
          <a:prstGeom prst="rect">
            <a:avLst/>
          </a:prstGeom>
          <a:noFill/>
          <a:ln/>
        </p:spPr>
        <p:txBody>
          <a:bodyPr wrap="square" lIns="0" tIns="0" rIns="0" bIns="0" rtlCol="0" anchor="t"/>
          <a:lstStyle/>
          <a:p>
            <a:pPr marL="0" indent="0">
              <a:buNone/>
            </a:pPr>
            <a:r>
              <a:rPr lang="en-US" sz="4000" b="1" dirty="0">
                <a:solidFill>
                  <a:srgbClr val="8F4519"/>
                </a:solidFill>
                <a:latin typeface="Georgia" pitchFamily="34" charset="0"/>
                <a:ea typeface="Georgia" pitchFamily="34" charset="-122"/>
                <a:cs typeface="Georgia" pitchFamily="34" charset="-120"/>
              </a:rPr>
              <a:t>5</a:t>
            </a:r>
            <a:endParaRPr lang="en-US" sz="4000" dirty="0"/>
          </a:p>
        </p:txBody>
      </p:sp>
      <p:sp>
        <p:nvSpPr>
          <p:cNvPr id="25" name="Text 23"/>
          <p:cNvSpPr/>
          <p:nvPr/>
        </p:nvSpPr>
        <p:spPr>
          <a:xfrm>
            <a:off x="9502811" y="3703320"/>
            <a:ext cx="2003085" cy="1417320"/>
          </a:xfrm>
          <a:prstGeom prst="rect">
            <a:avLst/>
          </a:prstGeom>
          <a:noFill/>
          <a:ln/>
        </p:spPr>
        <p:txBody>
          <a:bodyPr wrap="square" lIns="0" tIns="0" rIns="0" bIns="0" rtlCol="0" anchor="t"/>
          <a:lstStyle/>
          <a:p>
            <a:pPr marL="0" indent="0">
              <a:spcAft>
                <a:spcPts val="600"/>
              </a:spcAft>
              <a:buNone/>
            </a:pPr>
            <a:r>
              <a:rPr lang="en-US" sz="2000" b="1" dirty="0">
                <a:solidFill>
                  <a:srgbClr val="22201C"/>
                </a:solidFill>
                <a:latin typeface="Calibri" pitchFamily="34" charset="0"/>
                <a:ea typeface="Calibri" pitchFamily="34" charset="-122"/>
                <a:cs typeface="Calibri" pitchFamily="34" charset="-120"/>
              </a:rPr>
              <a:t>Baptized</a:t>
            </a:r>
            <a:endParaRPr lang="en-US" sz="2000" dirty="0"/>
          </a:p>
          <a:p>
            <a:pPr marL="0" indent="0">
              <a:buNone/>
            </a:pPr>
            <a:r>
              <a:rPr lang="en-US" sz="1500" dirty="0">
                <a:solidFill>
                  <a:srgbClr val="5C574F"/>
                </a:solidFill>
                <a:latin typeface="Calibri" pitchFamily="34" charset="0"/>
                <a:ea typeface="Calibri" pitchFamily="34" charset="-122"/>
                <a:cs typeface="Calibri" pitchFamily="34" charset="-120"/>
              </a:rPr>
              <a:t>Immersed for the remission of sins</a:t>
            </a:r>
            <a:endParaRPr lang="en-US" sz="2000" dirty="0"/>
          </a:p>
        </p:txBody>
      </p:sp>
      <p:sp>
        <p:nvSpPr>
          <p:cNvPr id="26" name="Text 24"/>
          <p:cNvSpPr/>
          <p:nvPr/>
        </p:nvSpPr>
        <p:spPr>
          <a:xfrm>
            <a:off x="9502811" y="5303520"/>
            <a:ext cx="2003085" cy="274320"/>
          </a:xfrm>
          <a:prstGeom prst="rect">
            <a:avLst/>
          </a:prstGeom>
          <a:noFill/>
          <a:ln/>
        </p:spPr>
        <p:txBody>
          <a:bodyPr wrap="square" lIns="0" tIns="0" rIns="0" bIns="0" rtlCol="0" anchor="ctr"/>
          <a:lstStyle/>
          <a:p>
            <a:pPr marL="0" indent="0">
              <a:buNone/>
            </a:pPr>
            <a:r>
              <a:rPr lang="en-US" sz="1300" b="1" dirty="0">
                <a:solidFill>
                  <a:srgbClr val="8F4519"/>
                </a:solidFill>
                <a:latin typeface="Calibri" pitchFamily="34" charset="0"/>
                <a:ea typeface="Calibri" pitchFamily="34" charset="-122"/>
                <a:cs typeface="Calibri" pitchFamily="34" charset="-120"/>
              </a:rPr>
              <a:t>Acts 2:38</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2EA"/>
        </a:solidFill>
        <a:effectLst/>
      </p:bgPr>
    </p:bg>
    <p:spTree>
      <p:nvGrpSpPr>
        <p:cNvPr id="1" name=""/>
        <p:cNvGrpSpPr/>
        <p:nvPr/>
      </p:nvGrpSpPr>
      <p:grpSpPr>
        <a:xfrm>
          <a:off x="0" y="0"/>
          <a:ext cx="0" cy="0"/>
          <a:chOff x="0" y="0"/>
          <a:chExt cx="0" cy="0"/>
        </a:xfrm>
      </p:grpSpPr>
      <p:sp>
        <p:nvSpPr>
          <p:cNvPr id="2" name="Text 0"/>
          <p:cNvSpPr/>
          <p:nvPr/>
        </p:nvSpPr>
        <p:spPr>
          <a:xfrm>
            <a:off x="685800" y="502920"/>
            <a:ext cx="10820095" cy="274320"/>
          </a:xfrm>
          <a:prstGeom prst="rect">
            <a:avLst/>
          </a:prstGeom>
          <a:noFill/>
          <a:ln/>
        </p:spPr>
        <p:txBody>
          <a:bodyPr wrap="square" lIns="0" tIns="0" rIns="0" bIns="0" rtlCol="0" anchor="ctr"/>
          <a:lstStyle/>
          <a:p>
            <a:pPr marL="0" indent="0">
              <a:buNone/>
            </a:pPr>
            <a:r>
              <a:rPr lang="en-US" sz="1200" b="1" kern="0" spc="300" dirty="0">
                <a:solidFill>
                  <a:srgbClr val="8F4519"/>
                </a:solidFill>
                <a:latin typeface="Calibri" pitchFamily="34" charset="0"/>
                <a:ea typeface="Calibri" pitchFamily="34" charset="-122"/>
                <a:cs typeface="Calibri" pitchFamily="34" charset="-120"/>
              </a:rPr>
              <a:t>LESSON 1 · CASE STUDY</a:t>
            </a:r>
            <a:endParaRPr lang="en-US" sz="1200" dirty="0"/>
          </a:p>
        </p:txBody>
      </p:sp>
      <p:sp>
        <p:nvSpPr>
          <p:cNvPr id="3" name="Text 1"/>
          <p:cNvSpPr/>
          <p:nvPr/>
        </p:nvSpPr>
        <p:spPr>
          <a:xfrm>
            <a:off x="685800" y="822960"/>
            <a:ext cx="10820095" cy="777240"/>
          </a:xfrm>
          <a:prstGeom prst="rect">
            <a:avLst/>
          </a:prstGeom>
          <a:noFill/>
          <a:ln/>
        </p:spPr>
        <p:txBody>
          <a:bodyPr wrap="square" lIns="0" tIns="0" rIns="0" bIns="0" rtlCol="0" anchor="t"/>
          <a:lstStyle/>
          <a:p>
            <a:pPr marL="0" indent="0">
              <a:buNone/>
            </a:pPr>
            <a:r>
              <a:rPr lang="en-US" sz="3400" b="1" dirty="0">
                <a:solidFill>
                  <a:srgbClr val="22201C"/>
                </a:solidFill>
                <a:latin typeface="Georgia" pitchFamily="34" charset="0"/>
                <a:ea typeface="Georgia" pitchFamily="34" charset="-122"/>
                <a:cs typeface="Georgia" pitchFamily="34" charset="-120"/>
              </a:rPr>
              <a:t>Obedience that would not wait</a:t>
            </a:r>
            <a:endParaRPr lang="en-US" sz="3400" dirty="0"/>
          </a:p>
        </p:txBody>
      </p:sp>
      <p:sp>
        <p:nvSpPr>
          <p:cNvPr id="4" name="Text 2"/>
          <p:cNvSpPr/>
          <p:nvPr/>
        </p:nvSpPr>
        <p:spPr>
          <a:xfrm>
            <a:off x="685800" y="6400800"/>
            <a:ext cx="5486400" cy="274320"/>
          </a:xfrm>
          <a:prstGeom prst="rect">
            <a:avLst/>
          </a:prstGeom>
          <a:noFill/>
          <a:ln/>
        </p:spPr>
        <p:txBody>
          <a:bodyPr wrap="square" lIns="0" tIns="0" rIns="0" bIns="0" rtlCol="0" anchor="ctr"/>
          <a:lstStyle/>
          <a:p>
            <a:pPr marL="0" indent="0">
              <a:buNone/>
            </a:pPr>
            <a:r>
              <a:rPr lang="en-US" sz="1000" dirty="0">
                <a:solidFill>
                  <a:srgbClr val="5C574F"/>
                </a:solidFill>
                <a:latin typeface="Calibri" pitchFamily="34" charset="0"/>
                <a:ea typeface="Calibri" pitchFamily="34" charset="-122"/>
                <a:cs typeface="Calibri" pitchFamily="34" charset="-120"/>
              </a:rPr>
              <a:t>Welcome to the Family of God</a:t>
            </a:r>
            <a:endParaRPr lang="en-US" sz="1000" dirty="0"/>
          </a:p>
        </p:txBody>
      </p:sp>
      <p:sp>
        <p:nvSpPr>
          <p:cNvPr id="5" name="Text 3"/>
          <p:cNvSpPr/>
          <p:nvPr/>
        </p:nvSpPr>
        <p:spPr>
          <a:xfrm>
            <a:off x="10591495" y="6400800"/>
            <a:ext cx="914400" cy="274320"/>
          </a:xfrm>
          <a:prstGeom prst="rect">
            <a:avLst/>
          </a:prstGeom>
          <a:noFill/>
          <a:ln/>
        </p:spPr>
        <p:txBody>
          <a:bodyPr wrap="square" lIns="0" tIns="0" rIns="0" bIns="0" rtlCol="0" anchor="ctr"/>
          <a:lstStyle/>
          <a:p>
            <a:pPr marL="0" indent="0" algn="r">
              <a:buNone/>
            </a:pPr>
            <a:r>
              <a:rPr lang="en-US" sz="1000" dirty="0">
                <a:solidFill>
                  <a:srgbClr val="5C574F"/>
                </a:solidFill>
                <a:latin typeface="Calibri" pitchFamily="34" charset="0"/>
                <a:ea typeface="Calibri" pitchFamily="34" charset="-122"/>
                <a:cs typeface="Calibri" pitchFamily="34" charset="-120"/>
              </a:rPr>
              <a:t>4</a:t>
            </a:r>
            <a:endParaRPr lang="en-US" sz="1000" dirty="0"/>
          </a:p>
        </p:txBody>
      </p:sp>
      <p:sp>
        <p:nvSpPr>
          <p:cNvPr id="6" name="Shape 4"/>
          <p:cNvSpPr/>
          <p:nvPr/>
        </p:nvSpPr>
        <p:spPr>
          <a:xfrm>
            <a:off x="685800" y="1828800"/>
            <a:ext cx="5272888" cy="0"/>
          </a:xfrm>
          <a:prstGeom prst="line">
            <a:avLst/>
          </a:prstGeom>
          <a:noFill/>
          <a:ln w="28575">
            <a:solidFill>
              <a:srgbClr val="8F4519"/>
            </a:solidFill>
            <a:prstDash val="solid"/>
          </a:ln>
        </p:spPr>
        <p:txBody>
          <a:bodyPr/>
          <a:lstStyle/>
          <a:p>
            <a:endParaRPr lang="en-US"/>
          </a:p>
        </p:txBody>
      </p:sp>
      <p:sp>
        <p:nvSpPr>
          <p:cNvPr id="7" name="Text 5"/>
          <p:cNvSpPr/>
          <p:nvPr/>
        </p:nvSpPr>
        <p:spPr>
          <a:xfrm>
            <a:off x="685800" y="2121408"/>
            <a:ext cx="2743200" cy="274320"/>
          </a:xfrm>
          <a:prstGeom prst="rect">
            <a:avLst/>
          </a:prstGeom>
          <a:noFill/>
          <a:ln/>
        </p:spPr>
        <p:txBody>
          <a:bodyPr wrap="square" lIns="0" tIns="0" rIns="0" bIns="0" rtlCol="0" anchor="ctr"/>
          <a:lstStyle/>
          <a:p>
            <a:pPr marL="0" indent="0">
              <a:buNone/>
            </a:pPr>
            <a:r>
              <a:rPr lang="en-US" sz="1200" b="1" kern="0" spc="300" dirty="0">
                <a:solidFill>
                  <a:srgbClr val="8F4519"/>
                </a:solidFill>
                <a:latin typeface="Calibri" pitchFamily="34" charset="0"/>
                <a:ea typeface="Calibri" pitchFamily="34" charset="-122"/>
                <a:cs typeface="Calibri" pitchFamily="34" charset="-120"/>
              </a:rPr>
              <a:t>THEN</a:t>
            </a:r>
            <a:endParaRPr lang="en-US" sz="1200" dirty="0"/>
          </a:p>
        </p:txBody>
      </p:sp>
      <p:sp>
        <p:nvSpPr>
          <p:cNvPr id="8" name="Text 6"/>
          <p:cNvSpPr/>
          <p:nvPr/>
        </p:nvSpPr>
        <p:spPr>
          <a:xfrm>
            <a:off x="685800" y="2395728"/>
            <a:ext cx="5272888" cy="411480"/>
          </a:xfrm>
          <a:prstGeom prst="rect">
            <a:avLst/>
          </a:prstGeom>
          <a:noFill/>
          <a:ln/>
        </p:spPr>
        <p:txBody>
          <a:bodyPr wrap="square" lIns="0" tIns="0" rIns="0" bIns="0" rtlCol="0" anchor="ctr"/>
          <a:lstStyle/>
          <a:p>
            <a:pPr marL="0" indent="0">
              <a:buNone/>
            </a:pPr>
            <a:r>
              <a:rPr lang="en-US" sz="2200" dirty="0">
                <a:solidFill>
                  <a:srgbClr val="22201C"/>
                </a:solidFill>
                <a:latin typeface="Georgia" pitchFamily="34" charset="0"/>
                <a:ea typeface="Georgia" pitchFamily="34" charset="-122"/>
                <a:cs typeface="Georgia" pitchFamily="34" charset="-120"/>
              </a:rPr>
              <a:t>First century</a:t>
            </a:r>
            <a:endParaRPr lang="en-US" sz="2200" dirty="0"/>
          </a:p>
        </p:txBody>
      </p:sp>
      <p:sp>
        <p:nvSpPr>
          <p:cNvPr id="9" name="Text 7"/>
          <p:cNvSpPr/>
          <p:nvPr/>
        </p:nvSpPr>
        <p:spPr>
          <a:xfrm>
            <a:off x="685800" y="2926080"/>
            <a:ext cx="5272888" cy="1600200"/>
          </a:xfrm>
          <a:prstGeom prst="rect">
            <a:avLst/>
          </a:prstGeom>
          <a:noFill/>
          <a:ln/>
        </p:spPr>
        <p:txBody>
          <a:bodyPr wrap="square" lIns="0" tIns="0" rIns="0" bIns="0" rtlCol="0" anchor="t"/>
          <a:lstStyle/>
          <a:p>
            <a:pPr marL="0" indent="0">
              <a:lnSpc>
                <a:spcPct val="112000"/>
              </a:lnSpc>
              <a:buNone/>
            </a:pPr>
            <a:r>
              <a:rPr lang="en-US" sz="1700" dirty="0">
                <a:solidFill>
                  <a:srgbClr val="5C574F"/>
                </a:solidFill>
                <a:latin typeface="Calibri" pitchFamily="34" charset="0"/>
                <a:ea typeface="Calibri" pitchFamily="34" charset="-122"/>
                <a:cs typeface="Calibri" pitchFamily="34" charset="-120"/>
              </a:rPr>
              <a:t>A busy royal treasurer read Isaiah on a long trip. Philip preached Jesus to him. He saw water, asked what hindered him, and was baptized on the spot.</a:t>
            </a:r>
            <a:endParaRPr lang="en-US" sz="1700" dirty="0"/>
          </a:p>
        </p:txBody>
      </p:sp>
      <p:sp>
        <p:nvSpPr>
          <p:cNvPr id="10" name="Text 8"/>
          <p:cNvSpPr/>
          <p:nvPr/>
        </p:nvSpPr>
        <p:spPr>
          <a:xfrm>
            <a:off x="685800" y="4617720"/>
            <a:ext cx="5272888" cy="274320"/>
          </a:xfrm>
          <a:prstGeom prst="rect">
            <a:avLst/>
          </a:prstGeom>
          <a:noFill/>
          <a:ln/>
        </p:spPr>
        <p:txBody>
          <a:bodyPr wrap="square" lIns="0" tIns="0" rIns="0" bIns="0" rtlCol="0" anchor="ctr"/>
          <a:lstStyle/>
          <a:p>
            <a:pPr marL="0" indent="0">
              <a:buNone/>
            </a:pPr>
            <a:r>
              <a:rPr lang="en-US" sz="1400" b="1" dirty="0">
                <a:solidFill>
                  <a:srgbClr val="8F4519"/>
                </a:solidFill>
                <a:latin typeface="Calibri" pitchFamily="34" charset="0"/>
                <a:ea typeface="Calibri" pitchFamily="34" charset="-122"/>
                <a:cs typeface="Calibri" pitchFamily="34" charset="-120"/>
              </a:rPr>
              <a:t>Acts 8:26–39</a:t>
            </a:r>
            <a:endParaRPr lang="en-US" sz="1400" dirty="0"/>
          </a:p>
        </p:txBody>
      </p:sp>
      <p:sp>
        <p:nvSpPr>
          <p:cNvPr id="11" name="Shape 9"/>
          <p:cNvSpPr/>
          <p:nvPr/>
        </p:nvSpPr>
        <p:spPr>
          <a:xfrm>
            <a:off x="6233008" y="1828800"/>
            <a:ext cx="5272888" cy="0"/>
          </a:xfrm>
          <a:prstGeom prst="line">
            <a:avLst/>
          </a:prstGeom>
          <a:noFill/>
          <a:ln w="12700">
            <a:solidFill>
              <a:srgbClr val="DDD4C4"/>
            </a:solidFill>
            <a:prstDash val="solid"/>
          </a:ln>
        </p:spPr>
        <p:txBody>
          <a:bodyPr/>
          <a:lstStyle/>
          <a:p>
            <a:endParaRPr lang="en-US"/>
          </a:p>
        </p:txBody>
      </p:sp>
      <p:sp>
        <p:nvSpPr>
          <p:cNvPr id="12" name="Text 10"/>
          <p:cNvSpPr/>
          <p:nvPr/>
        </p:nvSpPr>
        <p:spPr>
          <a:xfrm>
            <a:off x="6233008" y="2121408"/>
            <a:ext cx="2743200" cy="274320"/>
          </a:xfrm>
          <a:prstGeom prst="rect">
            <a:avLst/>
          </a:prstGeom>
          <a:noFill/>
          <a:ln/>
        </p:spPr>
        <p:txBody>
          <a:bodyPr wrap="square" lIns="0" tIns="0" rIns="0" bIns="0" rtlCol="0" anchor="ctr"/>
          <a:lstStyle/>
          <a:p>
            <a:pPr marL="0" indent="0">
              <a:buNone/>
            </a:pPr>
            <a:r>
              <a:rPr lang="en-US" sz="1200" b="1" kern="0" spc="300" dirty="0">
                <a:solidFill>
                  <a:srgbClr val="8F4519"/>
                </a:solidFill>
                <a:latin typeface="Calibri" pitchFamily="34" charset="0"/>
                <a:ea typeface="Calibri" pitchFamily="34" charset="-122"/>
                <a:cs typeface="Calibri" pitchFamily="34" charset="-120"/>
              </a:rPr>
              <a:t>NOW</a:t>
            </a:r>
            <a:endParaRPr lang="en-US" sz="1200" dirty="0"/>
          </a:p>
        </p:txBody>
      </p:sp>
      <p:sp>
        <p:nvSpPr>
          <p:cNvPr id="13" name="Text 11"/>
          <p:cNvSpPr/>
          <p:nvPr/>
        </p:nvSpPr>
        <p:spPr>
          <a:xfrm>
            <a:off x="6233008" y="2395728"/>
            <a:ext cx="5272888" cy="411480"/>
          </a:xfrm>
          <a:prstGeom prst="rect">
            <a:avLst/>
          </a:prstGeom>
          <a:noFill/>
          <a:ln/>
        </p:spPr>
        <p:txBody>
          <a:bodyPr wrap="square" lIns="0" tIns="0" rIns="0" bIns="0" rtlCol="0" anchor="ctr"/>
          <a:lstStyle/>
          <a:p>
            <a:pPr marL="0" indent="0">
              <a:buNone/>
            </a:pPr>
            <a:r>
              <a:rPr lang="en-US" sz="2200" dirty="0">
                <a:solidFill>
                  <a:srgbClr val="22201C"/>
                </a:solidFill>
                <a:latin typeface="Georgia" pitchFamily="34" charset="0"/>
                <a:ea typeface="Georgia" pitchFamily="34" charset="-122"/>
                <a:cs typeface="Georgia" pitchFamily="34" charset="-120"/>
              </a:rPr>
              <a:t>Today</a:t>
            </a:r>
            <a:endParaRPr lang="en-US" sz="2200" dirty="0"/>
          </a:p>
        </p:txBody>
      </p:sp>
      <p:sp>
        <p:nvSpPr>
          <p:cNvPr id="14" name="Text 12"/>
          <p:cNvSpPr/>
          <p:nvPr/>
        </p:nvSpPr>
        <p:spPr>
          <a:xfrm>
            <a:off x="6233008" y="2926080"/>
            <a:ext cx="5272888" cy="1600200"/>
          </a:xfrm>
          <a:prstGeom prst="rect">
            <a:avLst/>
          </a:prstGeom>
          <a:noFill/>
          <a:ln/>
        </p:spPr>
        <p:txBody>
          <a:bodyPr wrap="square" lIns="0" tIns="0" rIns="0" bIns="0" rtlCol="0" anchor="t"/>
          <a:lstStyle/>
          <a:p>
            <a:pPr marL="0" indent="0">
              <a:lnSpc>
                <a:spcPct val="112000"/>
              </a:lnSpc>
              <a:buNone/>
            </a:pPr>
            <a:r>
              <a:rPr lang="en-US" sz="1700" dirty="0">
                <a:solidFill>
                  <a:srgbClr val="5C574F"/>
                </a:solidFill>
                <a:latin typeface="Calibri" pitchFamily="34" charset="0"/>
                <a:ea typeface="Calibri" pitchFamily="34" charset="-122"/>
                <a:cs typeface="Calibri" pitchFamily="34" charset="-120"/>
              </a:rPr>
              <a:t>A nurse reads the Bible on her phone after night shifts. A coworker studies with her. She asks, “What keeps me from being baptized?” That night, she obeys.</a:t>
            </a:r>
            <a:endParaRPr lang="en-US" sz="1700" dirty="0"/>
          </a:p>
        </p:txBody>
      </p:sp>
      <p:sp>
        <p:nvSpPr>
          <p:cNvPr id="15" name="Shape 13"/>
          <p:cNvSpPr/>
          <p:nvPr/>
        </p:nvSpPr>
        <p:spPr>
          <a:xfrm>
            <a:off x="685800" y="5486400"/>
            <a:ext cx="10820095" cy="0"/>
          </a:xfrm>
          <a:prstGeom prst="line">
            <a:avLst/>
          </a:prstGeom>
          <a:noFill/>
          <a:ln w="12700">
            <a:solidFill>
              <a:srgbClr val="8F4519"/>
            </a:solidFill>
            <a:prstDash val="solid"/>
          </a:ln>
        </p:spPr>
        <p:txBody>
          <a:bodyPr/>
          <a:lstStyle/>
          <a:p>
            <a:endParaRPr lang="en-US"/>
          </a:p>
        </p:txBody>
      </p:sp>
      <p:sp>
        <p:nvSpPr>
          <p:cNvPr id="16" name="Text 14"/>
          <p:cNvSpPr/>
          <p:nvPr/>
        </p:nvSpPr>
        <p:spPr>
          <a:xfrm>
            <a:off x="685800" y="5559552"/>
            <a:ext cx="10820095" cy="585216"/>
          </a:xfrm>
          <a:prstGeom prst="rect">
            <a:avLst/>
          </a:prstGeom>
          <a:noFill/>
          <a:ln/>
        </p:spPr>
        <p:txBody>
          <a:bodyPr wrap="square" lIns="0" tIns="0" rIns="0" bIns="0" rtlCol="0" anchor="ctr"/>
          <a:lstStyle/>
          <a:p>
            <a:pPr marL="0" indent="0">
              <a:buNone/>
            </a:pPr>
            <a:r>
              <a:rPr lang="en-US" sz="1200" b="1" kern="0" spc="200" dirty="0">
                <a:solidFill>
                  <a:srgbClr val="8F4519"/>
                </a:solidFill>
                <a:latin typeface="Calibri" pitchFamily="34" charset="0"/>
                <a:ea typeface="Calibri" pitchFamily="34" charset="-122"/>
                <a:cs typeface="Calibri" pitchFamily="34" charset="-120"/>
              </a:rPr>
              <a:t>THE LESSON   </a:t>
            </a:r>
            <a:r>
              <a:rPr lang="en-US" sz="1500" dirty="0">
                <a:solidFill>
                  <a:srgbClr val="22201C"/>
                </a:solidFill>
                <a:latin typeface="Calibri" pitchFamily="34" charset="0"/>
                <a:ea typeface="Calibri" pitchFamily="34" charset="-122"/>
                <a:cs typeface="Calibri" pitchFamily="34" charset="-120"/>
              </a:rPr>
              <a:t>When the truth is clear, obedience is urgent. Neither one waited for a convenient day.  2 Corinthians 6:2</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2EA"/>
        </a:solidFill>
        <a:effectLst/>
      </p:bgPr>
    </p:bg>
    <p:spTree>
      <p:nvGrpSpPr>
        <p:cNvPr id="1" name=""/>
        <p:cNvGrpSpPr/>
        <p:nvPr/>
      </p:nvGrpSpPr>
      <p:grpSpPr>
        <a:xfrm>
          <a:off x="0" y="0"/>
          <a:ext cx="0" cy="0"/>
          <a:chOff x="0" y="0"/>
          <a:chExt cx="0" cy="0"/>
        </a:xfrm>
      </p:grpSpPr>
      <p:sp>
        <p:nvSpPr>
          <p:cNvPr id="2" name="Text 0"/>
          <p:cNvSpPr/>
          <p:nvPr/>
        </p:nvSpPr>
        <p:spPr>
          <a:xfrm>
            <a:off x="685800" y="502920"/>
            <a:ext cx="10820095" cy="274320"/>
          </a:xfrm>
          <a:prstGeom prst="rect">
            <a:avLst/>
          </a:prstGeom>
          <a:noFill/>
          <a:ln/>
        </p:spPr>
        <p:txBody>
          <a:bodyPr wrap="square" lIns="0" tIns="0" rIns="0" bIns="0" rtlCol="0" anchor="ctr"/>
          <a:lstStyle/>
          <a:p>
            <a:pPr marL="0" indent="0">
              <a:buNone/>
            </a:pPr>
            <a:r>
              <a:rPr lang="en-US" sz="1200" b="1" kern="0" spc="300" dirty="0">
                <a:solidFill>
                  <a:srgbClr val="8F4519"/>
                </a:solidFill>
                <a:latin typeface="Calibri" pitchFamily="34" charset="0"/>
                <a:ea typeface="Calibri" pitchFamily="34" charset="-122"/>
                <a:cs typeface="Calibri" pitchFamily="34" charset="-120"/>
              </a:rPr>
              <a:t>LESSON 1 · YOUR SINS ARE GONE</a:t>
            </a:r>
            <a:endParaRPr lang="en-US" sz="1200" dirty="0"/>
          </a:p>
        </p:txBody>
      </p:sp>
      <p:sp>
        <p:nvSpPr>
          <p:cNvPr id="3" name="Text 1"/>
          <p:cNvSpPr/>
          <p:nvPr/>
        </p:nvSpPr>
        <p:spPr>
          <a:xfrm>
            <a:off x="685800" y="822960"/>
            <a:ext cx="10820095" cy="777240"/>
          </a:xfrm>
          <a:prstGeom prst="rect">
            <a:avLst/>
          </a:prstGeom>
          <a:noFill/>
          <a:ln/>
        </p:spPr>
        <p:txBody>
          <a:bodyPr wrap="square" lIns="0" tIns="0" rIns="0" bIns="0" rtlCol="0" anchor="t"/>
          <a:lstStyle/>
          <a:p>
            <a:pPr marL="0" indent="0">
              <a:buNone/>
            </a:pPr>
            <a:r>
              <a:rPr lang="en-US" sz="3400" b="1" dirty="0">
                <a:solidFill>
                  <a:srgbClr val="22201C"/>
                </a:solidFill>
                <a:latin typeface="Georgia" pitchFamily="34" charset="0"/>
                <a:ea typeface="Georgia" pitchFamily="34" charset="-122"/>
                <a:cs typeface="Georgia" pitchFamily="34" charset="-120"/>
              </a:rPr>
              <a:t>Washed away</a:t>
            </a:r>
            <a:endParaRPr lang="en-US" sz="3400" dirty="0"/>
          </a:p>
        </p:txBody>
      </p:sp>
      <p:sp>
        <p:nvSpPr>
          <p:cNvPr id="4" name="Text 2"/>
          <p:cNvSpPr/>
          <p:nvPr/>
        </p:nvSpPr>
        <p:spPr>
          <a:xfrm>
            <a:off x="685800" y="6400800"/>
            <a:ext cx="5486400" cy="274320"/>
          </a:xfrm>
          <a:prstGeom prst="rect">
            <a:avLst/>
          </a:prstGeom>
          <a:noFill/>
          <a:ln/>
        </p:spPr>
        <p:txBody>
          <a:bodyPr wrap="square" lIns="0" tIns="0" rIns="0" bIns="0" rtlCol="0" anchor="ctr"/>
          <a:lstStyle/>
          <a:p>
            <a:pPr marL="0" indent="0">
              <a:buNone/>
            </a:pPr>
            <a:r>
              <a:rPr lang="en-US" sz="1000" dirty="0">
                <a:solidFill>
                  <a:srgbClr val="5C574F"/>
                </a:solidFill>
                <a:latin typeface="Calibri" pitchFamily="34" charset="0"/>
                <a:ea typeface="Calibri" pitchFamily="34" charset="-122"/>
                <a:cs typeface="Calibri" pitchFamily="34" charset="-120"/>
              </a:rPr>
              <a:t>Welcome to the Family of God</a:t>
            </a:r>
            <a:endParaRPr lang="en-US" sz="1000" dirty="0"/>
          </a:p>
        </p:txBody>
      </p:sp>
      <p:sp>
        <p:nvSpPr>
          <p:cNvPr id="5" name="Text 3"/>
          <p:cNvSpPr/>
          <p:nvPr/>
        </p:nvSpPr>
        <p:spPr>
          <a:xfrm>
            <a:off x="10591495" y="6400800"/>
            <a:ext cx="914400" cy="274320"/>
          </a:xfrm>
          <a:prstGeom prst="rect">
            <a:avLst/>
          </a:prstGeom>
          <a:noFill/>
          <a:ln/>
        </p:spPr>
        <p:txBody>
          <a:bodyPr wrap="square" lIns="0" tIns="0" rIns="0" bIns="0" rtlCol="0" anchor="ctr"/>
          <a:lstStyle/>
          <a:p>
            <a:pPr marL="0" indent="0" algn="r">
              <a:buNone/>
            </a:pPr>
            <a:r>
              <a:rPr lang="en-US" sz="1000" dirty="0">
                <a:solidFill>
                  <a:srgbClr val="5C574F"/>
                </a:solidFill>
                <a:latin typeface="Calibri" pitchFamily="34" charset="0"/>
                <a:ea typeface="Calibri" pitchFamily="34" charset="-122"/>
                <a:cs typeface="Calibri" pitchFamily="34" charset="-120"/>
              </a:rPr>
              <a:t>5</a:t>
            </a:r>
            <a:endParaRPr lang="en-US" sz="1000" dirty="0"/>
          </a:p>
        </p:txBody>
      </p:sp>
      <p:sp>
        <p:nvSpPr>
          <p:cNvPr id="6" name="Text 4"/>
          <p:cNvSpPr/>
          <p:nvPr/>
        </p:nvSpPr>
        <p:spPr>
          <a:xfrm>
            <a:off x="685800" y="1691640"/>
            <a:ext cx="10058400" cy="914400"/>
          </a:xfrm>
          <a:prstGeom prst="rect">
            <a:avLst/>
          </a:prstGeom>
          <a:noFill/>
          <a:ln/>
        </p:spPr>
        <p:txBody>
          <a:bodyPr wrap="square" lIns="0" tIns="0" rIns="0" bIns="0" rtlCol="0" anchor="t"/>
          <a:lstStyle/>
          <a:p>
            <a:pPr marL="0" indent="0">
              <a:buNone/>
            </a:pPr>
            <a:r>
              <a:rPr lang="en-US" sz="2600" i="1" dirty="0">
                <a:solidFill>
                  <a:srgbClr val="22201C"/>
                </a:solidFill>
                <a:latin typeface="Georgia" pitchFamily="34" charset="0"/>
                <a:ea typeface="Georgia" pitchFamily="34" charset="-122"/>
                <a:cs typeface="Georgia" pitchFamily="34" charset="-120"/>
              </a:rPr>
              <a:t>“Arise, and be baptized, and wash away thy sins, calling on the name of the Lord.”</a:t>
            </a:r>
            <a:endParaRPr lang="en-US" sz="2600" dirty="0"/>
          </a:p>
        </p:txBody>
      </p:sp>
      <p:sp>
        <p:nvSpPr>
          <p:cNvPr id="7" name="Text 5"/>
          <p:cNvSpPr/>
          <p:nvPr/>
        </p:nvSpPr>
        <p:spPr>
          <a:xfrm>
            <a:off x="685800" y="2697480"/>
            <a:ext cx="3657600" cy="274320"/>
          </a:xfrm>
          <a:prstGeom prst="rect">
            <a:avLst/>
          </a:prstGeom>
          <a:noFill/>
          <a:ln/>
        </p:spPr>
        <p:txBody>
          <a:bodyPr wrap="square" lIns="0" tIns="0" rIns="0" bIns="0" rtlCol="0" anchor="ctr"/>
          <a:lstStyle/>
          <a:p>
            <a:pPr marL="0" indent="0">
              <a:buNone/>
            </a:pPr>
            <a:r>
              <a:rPr lang="en-US" sz="1500" b="1" dirty="0">
                <a:solidFill>
                  <a:srgbClr val="8F4519"/>
                </a:solidFill>
                <a:latin typeface="Calibri" pitchFamily="34" charset="0"/>
                <a:ea typeface="Calibri" pitchFamily="34" charset="-122"/>
                <a:cs typeface="Calibri" pitchFamily="34" charset="-120"/>
              </a:rPr>
              <a:t>Acts 22:16</a:t>
            </a:r>
            <a:endParaRPr lang="en-US" sz="1500" dirty="0"/>
          </a:p>
        </p:txBody>
      </p:sp>
      <p:sp>
        <p:nvSpPr>
          <p:cNvPr id="8" name="Shape 6"/>
          <p:cNvSpPr/>
          <p:nvPr/>
        </p:nvSpPr>
        <p:spPr>
          <a:xfrm>
            <a:off x="685800" y="3246120"/>
            <a:ext cx="5272888" cy="0"/>
          </a:xfrm>
          <a:prstGeom prst="line">
            <a:avLst/>
          </a:prstGeom>
          <a:noFill/>
          <a:ln w="12700">
            <a:solidFill>
              <a:srgbClr val="DDD4C4"/>
            </a:solidFill>
            <a:prstDash val="solid"/>
          </a:ln>
        </p:spPr>
        <p:txBody>
          <a:bodyPr/>
          <a:lstStyle/>
          <a:p>
            <a:endParaRPr lang="en-US"/>
          </a:p>
        </p:txBody>
      </p:sp>
      <p:sp>
        <p:nvSpPr>
          <p:cNvPr id="9" name="Text 7"/>
          <p:cNvSpPr/>
          <p:nvPr/>
        </p:nvSpPr>
        <p:spPr>
          <a:xfrm>
            <a:off x="685800" y="3447288"/>
            <a:ext cx="5272888" cy="1280160"/>
          </a:xfrm>
          <a:prstGeom prst="rect">
            <a:avLst/>
          </a:prstGeom>
          <a:noFill/>
          <a:ln/>
        </p:spPr>
        <p:txBody>
          <a:bodyPr wrap="square" lIns="0" tIns="0" rIns="0" bIns="0" rtlCol="0" anchor="t"/>
          <a:lstStyle/>
          <a:p>
            <a:pPr marL="0" indent="0">
              <a:lnSpc>
                <a:spcPct val="110000"/>
              </a:lnSpc>
              <a:spcAft>
                <a:spcPts val="600"/>
              </a:spcAft>
              <a:buNone/>
            </a:pPr>
            <a:r>
              <a:rPr lang="en-US" sz="1800" b="1" dirty="0">
                <a:solidFill>
                  <a:srgbClr val="22201C"/>
                </a:solidFill>
                <a:latin typeface="Calibri" pitchFamily="34" charset="0"/>
                <a:ea typeface="Calibri" pitchFamily="34" charset="-122"/>
                <a:cs typeface="Calibri" pitchFamily="34" charset="-120"/>
              </a:rPr>
              <a:t>Buried and raised with Christ</a:t>
            </a:r>
            <a:endParaRPr lang="en-US" sz="1800" dirty="0"/>
          </a:p>
          <a:p>
            <a:pPr marL="0" indent="0">
              <a:lnSpc>
                <a:spcPct val="110000"/>
              </a:lnSpc>
              <a:buNone/>
            </a:pPr>
            <a:r>
              <a:rPr lang="en-US" sz="1500" dirty="0">
                <a:solidFill>
                  <a:srgbClr val="5C574F"/>
                </a:solidFill>
                <a:latin typeface="Calibri" pitchFamily="34" charset="0"/>
                <a:ea typeface="Calibri" pitchFamily="34" charset="-122"/>
                <a:cs typeface="Calibri" pitchFamily="34" charset="-120"/>
              </a:rPr>
              <a:t>You were baptized into His death and raised to walk in newness of life.</a:t>
            </a:r>
            <a:endParaRPr lang="en-US" sz="1800" dirty="0"/>
          </a:p>
        </p:txBody>
      </p:sp>
      <p:sp>
        <p:nvSpPr>
          <p:cNvPr id="10" name="Text 8"/>
          <p:cNvSpPr/>
          <p:nvPr/>
        </p:nvSpPr>
        <p:spPr>
          <a:xfrm>
            <a:off x="685800" y="4754880"/>
            <a:ext cx="5272888" cy="274320"/>
          </a:xfrm>
          <a:prstGeom prst="rect">
            <a:avLst/>
          </a:prstGeom>
          <a:noFill/>
          <a:ln/>
        </p:spPr>
        <p:txBody>
          <a:bodyPr wrap="square" lIns="0" tIns="0" rIns="0" bIns="0" rtlCol="0" anchor="b"/>
          <a:lstStyle/>
          <a:p>
            <a:pPr marL="0" indent="0">
              <a:buNone/>
            </a:pPr>
            <a:r>
              <a:rPr lang="en-US" sz="1300" b="1" dirty="0">
                <a:solidFill>
                  <a:srgbClr val="8F4519"/>
                </a:solidFill>
                <a:latin typeface="Calibri" pitchFamily="34" charset="0"/>
                <a:ea typeface="Calibri" pitchFamily="34" charset="-122"/>
                <a:cs typeface="Calibri" pitchFamily="34" charset="-120"/>
              </a:rPr>
              <a:t>Romans 6:3–4</a:t>
            </a:r>
            <a:endParaRPr lang="en-US" sz="1300" dirty="0"/>
          </a:p>
        </p:txBody>
      </p:sp>
      <p:sp>
        <p:nvSpPr>
          <p:cNvPr id="11" name="Shape 9"/>
          <p:cNvSpPr/>
          <p:nvPr/>
        </p:nvSpPr>
        <p:spPr>
          <a:xfrm>
            <a:off x="6233008" y="3246120"/>
            <a:ext cx="5272888" cy="0"/>
          </a:xfrm>
          <a:prstGeom prst="line">
            <a:avLst/>
          </a:prstGeom>
          <a:noFill/>
          <a:ln w="12700">
            <a:solidFill>
              <a:srgbClr val="DDD4C4"/>
            </a:solidFill>
            <a:prstDash val="solid"/>
          </a:ln>
        </p:spPr>
        <p:txBody>
          <a:bodyPr/>
          <a:lstStyle/>
          <a:p>
            <a:endParaRPr lang="en-US"/>
          </a:p>
        </p:txBody>
      </p:sp>
      <p:sp>
        <p:nvSpPr>
          <p:cNvPr id="12" name="Text 10"/>
          <p:cNvSpPr/>
          <p:nvPr/>
        </p:nvSpPr>
        <p:spPr>
          <a:xfrm>
            <a:off x="6233008" y="3447288"/>
            <a:ext cx="5272888" cy="1280160"/>
          </a:xfrm>
          <a:prstGeom prst="rect">
            <a:avLst/>
          </a:prstGeom>
          <a:noFill/>
          <a:ln/>
        </p:spPr>
        <p:txBody>
          <a:bodyPr wrap="square" lIns="0" tIns="0" rIns="0" bIns="0" rtlCol="0" anchor="t"/>
          <a:lstStyle/>
          <a:p>
            <a:pPr marL="0" indent="0">
              <a:lnSpc>
                <a:spcPct val="110000"/>
              </a:lnSpc>
              <a:spcAft>
                <a:spcPts val="600"/>
              </a:spcAft>
              <a:buNone/>
            </a:pPr>
            <a:r>
              <a:rPr lang="en-US" sz="1800" b="1" dirty="0">
                <a:solidFill>
                  <a:srgbClr val="22201C"/>
                </a:solidFill>
                <a:latin typeface="Calibri" pitchFamily="34" charset="0"/>
                <a:ea typeface="Calibri" pitchFamily="34" charset="-122"/>
                <a:cs typeface="Calibri" pitchFamily="34" charset="-120"/>
              </a:rPr>
              <a:t>Saved by His blood</a:t>
            </a:r>
            <a:endParaRPr lang="en-US" sz="1800" dirty="0"/>
          </a:p>
          <a:p>
            <a:pPr marL="0" indent="0">
              <a:lnSpc>
                <a:spcPct val="110000"/>
              </a:lnSpc>
              <a:buNone/>
            </a:pPr>
            <a:r>
              <a:rPr lang="en-US" sz="1500" dirty="0">
                <a:solidFill>
                  <a:srgbClr val="5C574F"/>
                </a:solidFill>
                <a:latin typeface="Calibri" pitchFamily="34" charset="0"/>
                <a:ea typeface="Calibri" pitchFamily="34" charset="-122"/>
                <a:cs typeface="Calibri" pitchFamily="34" charset="-120"/>
              </a:rPr>
              <a:t>Baptism now saves you, not by washing the body but by the answer of a good conscience.</a:t>
            </a:r>
            <a:endParaRPr lang="en-US" sz="1800" dirty="0"/>
          </a:p>
        </p:txBody>
      </p:sp>
      <p:sp>
        <p:nvSpPr>
          <p:cNvPr id="13" name="Text 11"/>
          <p:cNvSpPr/>
          <p:nvPr/>
        </p:nvSpPr>
        <p:spPr>
          <a:xfrm>
            <a:off x="6233008" y="4754880"/>
            <a:ext cx="5272888" cy="274320"/>
          </a:xfrm>
          <a:prstGeom prst="rect">
            <a:avLst/>
          </a:prstGeom>
          <a:noFill/>
          <a:ln/>
        </p:spPr>
        <p:txBody>
          <a:bodyPr wrap="square" lIns="0" tIns="0" rIns="0" bIns="0" rtlCol="0" anchor="b"/>
          <a:lstStyle/>
          <a:p>
            <a:pPr marL="0" indent="0">
              <a:buNone/>
            </a:pPr>
            <a:r>
              <a:rPr lang="en-US" sz="1300" b="1" dirty="0">
                <a:solidFill>
                  <a:srgbClr val="8F4519"/>
                </a:solidFill>
                <a:latin typeface="Calibri" pitchFamily="34" charset="0"/>
                <a:ea typeface="Calibri" pitchFamily="34" charset="-122"/>
                <a:cs typeface="Calibri" pitchFamily="34" charset="-120"/>
              </a:rPr>
              <a:t>1 Peter 3:21</a:t>
            </a:r>
            <a:endParaRPr lang="en-US" sz="1300" dirty="0"/>
          </a:p>
        </p:txBody>
      </p:sp>
      <p:sp>
        <p:nvSpPr>
          <p:cNvPr id="14" name="Shape 12"/>
          <p:cNvSpPr/>
          <p:nvPr/>
        </p:nvSpPr>
        <p:spPr>
          <a:xfrm>
            <a:off x="685800" y="5486400"/>
            <a:ext cx="10820095" cy="0"/>
          </a:xfrm>
          <a:prstGeom prst="line">
            <a:avLst/>
          </a:prstGeom>
          <a:noFill/>
          <a:ln w="12700">
            <a:solidFill>
              <a:srgbClr val="8F4519"/>
            </a:solidFill>
            <a:prstDash val="solid"/>
          </a:ln>
        </p:spPr>
        <p:txBody>
          <a:bodyPr/>
          <a:lstStyle/>
          <a:p>
            <a:endParaRPr lang="en-US"/>
          </a:p>
        </p:txBody>
      </p:sp>
      <p:sp>
        <p:nvSpPr>
          <p:cNvPr id="15" name="Text 13"/>
          <p:cNvSpPr/>
          <p:nvPr/>
        </p:nvSpPr>
        <p:spPr>
          <a:xfrm>
            <a:off x="685800" y="5559552"/>
            <a:ext cx="10820095" cy="585216"/>
          </a:xfrm>
          <a:prstGeom prst="rect">
            <a:avLst/>
          </a:prstGeom>
          <a:noFill/>
          <a:ln/>
        </p:spPr>
        <p:txBody>
          <a:bodyPr wrap="square" lIns="0" tIns="0" rIns="0" bIns="0" rtlCol="0" anchor="ctr"/>
          <a:lstStyle/>
          <a:p>
            <a:pPr marL="0" indent="0">
              <a:buNone/>
            </a:pPr>
            <a:r>
              <a:rPr lang="en-US" sz="1200" b="1" kern="0" spc="200" dirty="0">
                <a:solidFill>
                  <a:srgbClr val="8F4519"/>
                </a:solidFill>
                <a:latin typeface="Calibri" pitchFamily="34" charset="0"/>
                <a:ea typeface="Calibri" pitchFamily="34" charset="-122"/>
                <a:cs typeface="Calibri" pitchFamily="34" charset="-120"/>
              </a:rPr>
              <a:t>TODAY   </a:t>
            </a:r>
            <a:r>
              <a:rPr lang="en-US" sz="1500" dirty="0">
                <a:solidFill>
                  <a:srgbClr val="22201C"/>
                </a:solidFill>
                <a:latin typeface="Calibri" pitchFamily="34" charset="0"/>
                <a:ea typeface="Calibri" pitchFamily="34" charset="-122"/>
                <a:cs typeface="Calibri" pitchFamily="34" charset="-120"/>
              </a:rPr>
              <a:t>When a debt is paid in full, the statement reads $0. Not paused, not reduced. Gone.</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2EA"/>
        </a:solidFill>
        <a:effectLst/>
      </p:bgPr>
    </p:bg>
    <p:spTree>
      <p:nvGrpSpPr>
        <p:cNvPr id="1" name=""/>
        <p:cNvGrpSpPr/>
        <p:nvPr/>
      </p:nvGrpSpPr>
      <p:grpSpPr>
        <a:xfrm>
          <a:off x="0" y="0"/>
          <a:ext cx="0" cy="0"/>
          <a:chOff x="0" y="0"/>
          <a:chExt cx="0" cy="0"/>
        </a:xfrm>
      </p:grpSpPr>
      <p:sp>
        <p:nvSpPr>
          <p:cNvPr id="2" name="Text 0"/>
          <p:cNvSpPr/>
          <p:nvPr/>
        </p:nvSpPr>
        <p:spPr>
          <a:xfrm>
            <a:off x="685800" y="502920"/>
            <a:ext cx="10820095" cy="274320"/>
          </a:xfrm>
          <a:prstGeom prst="rect">
            <a:avLst/>
          </a:prstGeom>
          <a:noFill/>
          <a:ln/>
        </p:spPr>
        <p:txBody>
          <a:bodyPr wrap="square" lIns="0" tIns="0" rIns="0" bIns="0" rtlCol="0" anchor="ctr"/>
          <a:lstStyle/>
          <a:p>
            <a:pPr marL="0" indent="0">
              <a:buNone/>
            </a:pPr>
            <a:r>
              <a:rPr lang="en-US" sz="1200" b="1" kern="0" spc="300" dirty="0">
                <a:solidFill>
                  <a:srgbClr val="8F4519"/>
                </a:solidFill>
                <a:latin typeface="Calibri" pitchFamily="34" charset="0"/>
                <a:ea typeface="Calibri" pitchFamily="34" charset="-122"/>
                <a:cs typeface="Calibri" pitchFamily="34" charset="-120"/>
              </a:rPr>
              <a:t>LESSON 1 · YOU ARE IN HIS CHURCH</a:t>
            </a:r>
            <a:endParaRPr lang="en-US" sz="1200" dirty="0"/>
          </a:p>
        </p:txBody>
      </p:sp>
      <p:sp>
        <p:nvSpPr>
          <p:cNvPr id="3" name="Text 1"/>
          <p:cNvSpPr/>
          <p:nvPr/>
        </p:nvSpPr>
        <p:spPr>
          <a:xfrm>
            <a:off x="685800" y="822960"/>
            <a:ext cx="5120640" cy="777240"/>
          </a:xfrm>
          <a:prstGeom prst="rect">
            <a:avLst/>
          </a:prstGeom>
          <a:noFill/>
          <a:ln/>
        </p:spPr>
        <p:txBody>
          <a:bodyPr wrap="square" lIns="0" tIns="0" rIns="0" bIns="0" rtlCol="0" anchor="t"/>
          <a:lstStyle/>
          <a:p>
            <a:pPr marL="0" indent="0">
              <a:buNone/>
            </a:pPr>
            <a:r>
              <a:rPr lang="en-US" sz="3400" b="1" dirty="0">
                <a:solidFill>
                  <a:srgbClr val="22201C"/>
                </a:solidFill>
                <a:latin typeface="Georgia" pitchFamily="34" charset="0"/>
                <a:ea typeface="Georgia" pitchFamily="34" charset="-122"/>
                <a:cs typeface="Georgia" pitchFamily="34" charset="-120"/>
              </a:rPr>
              <a:t>The Lord added you</a:t>
            </a:r>
            <a:endParaRPr lang="en-US" sz="3400" dirty="0"/>
          </a:p>
        </p:txBody>
      </p:sp>
      <p:sp>
        <p:nvSpPr>
          <p:cNvPr id="4" name="Text 2"/>
          <p:cNvSpPr/>
          <p:nvPr/>
        </p:nvSpPr>
        <p:spPr>
          <a:xfrm>
            <a:off x="685800" y="6400800"/>
            <a:ext cx="5486400" cy="274320"/>
          </a:xfrm>
          <a:prstGeom prst="rect">
            <a:avLst/>
          </a:prstGeom>
          <a:noFill/>
          <a:ln/>
        </p:spPr>
        <p:txBody>
          <a:bodyPr wrap="square" lIns="0" tIns="0" rIns="0" bIns="0" rtlCol="0" anchor="ctr"/>
          <a:lstStyle/>
          <a:p>
            <a:pPr marL="0" indent="0">
              <a:buNone/>
            </a:pPr>
            <a:r>
              <a:rPr lang="en-US" sz="1000" dirty="0">
                <a:solidFill>
                  <a:srgbClr val="5C574F"/>
                </a:solidFill>
                <a:latin typeface="Calibri" pitchFamily="34" charset="0"/>
                <a:ea typeface="Calibri" pitchFamily="34" charset="-122"/>
                <a:cs typeface="Calibri" pitchFamily="34" charset="-120"/>
              </a:rPr>
              <a:t>Welcome to the Family of God</a:t>
            </a:r>
            <a:endParaRPr lang="en-US" sz="1000" dirty="0"/>
          </a:p>
        </p:txBody>
      </p:sp>
      <p:sp>
        <p:nvSpPr>
          <p:cNvPr id="5" name="Text 3"/>
          <p:cNvSpPr/>
          <p:nvPr/>
        </p:nvSpPr>
        <p:spPr>
          <a:xfrm>
            <a:off x="10591495" y="6400800"/>
            <a:ext cx="914400" cy="274320"/>
          </a:xfrm>
          <a:prstGeom prst="rect">
            <a:avLst/>
          </a:prstGeom>
          <a:noFill/>
          <a:ln/>
        </p:spPr>
        <p:txBody>
          <a:bodyPr wrap="square" lIns="0" tIns="0" rIns="0" bIns="0" rtlCol="0" anchor="ctr"/>
          <a:lstStyle/>
          <a:p>
            <a:pPr marL="0" indent="0" algn="r">
              <a:buNone/>
            </a:pPr>
            <a:r>
              <a:rPr lang="en-US" sz="1000" dirty="0">
                <a:solidFill>
                  <a:srgbClr val="5C574F"/>
                </a:solidFill>
                <a:latin typeface="Calibri" pitchFamily="34" charset="0"/>
                <a:ea typeface="Calibri" pitchFamily="34" charset="-122"/>
                <a:cs typeface="Calibri" pitchFamily="34" charset="-120"/>
              </a:rPr>
              <a:t>6</a:t>
            </a:r>
            <a:endParaRPr lang="en-US" sz="1000" dirty="0"/>
          </a:p>
        </p:txBody>
      </p:sp>
      <p:sp>
        <p:nvSpPr>
          <p:cNvPr id="6" name="Text 4"/>
          <p:cNvSpPr/>
          <p:nvPr/>
        </p:nvSpPr>
        <p:spPr>
          <a:xfrm>
            <a:off x="685800" y="1783080"/>
            <a:ext cx="4937760" cy="1828800"/>
          </a:xfrm>
          <a:prstGeom prst="rect">
            <a:avLst/>
          </a:prstGeom>
          <a:noFill/>
          <a:ln/>
        </p:spPr>
        <p:txBody>
          <a:bodyPr wrap="square" lIns="0" tIns="0" rIns="0" bIns="0" rtlCol="0" anchor="t"/>
          <a:lstStyle/>
          <a:p>
            <a:pPr marL="0" indent="0">
              <a:lnSpc>
                <a:spcPct val="115000"/>
              </a:lnSpc>
              <a:buNone/>
            </a:pPr>
            <a:r>
              <a:rPr lang="en-US" sz="1900" dirty="0">
                <a:solidFill>
                  <a:srgbClr val="5C574F"/>
                </a:solidFill>
                <a:latin typeface="Calibri" pitchFamily="34" charset="0"/>
                <a:ea typeface="Calibri" pitchFamily="34" charset="-122"/>
                <a:cs typeface="Calibri" pitchFamily="34" charset="-120"/>
              </a:rPr>
              <a:t>You did not join a denomination or vote yourself in. The moment you were saved, Christ added you to the one body He purchased with His own blood.</a:t>
            </a:r>
            <a:endParaRPr lang="en-US" sz="1900" dirty="0"/>
          </a:p>
        </p:txBody>
      </p:sp>
      <p:sp>
        <p:nvSpPr>
          <p:cNvPr id="7" name="Shape 5"/>
          <p:cNvSpPr/>
          <p:nvPr/>
        </p:nvSpPr>
        <p:spPr>
          <a:xfrm>
            <a:off x="685800" y="4160520"/>
            <a:ext cx="4937760" cy="0"/>
          </a:xfrm>
          <a:prstGeom prst="line">
            <a:avLst/>
          </a:prstGeom>
          <a:noFill/>
          <a:ln w="12700">
            <a:solidFill>
              <a:srgbClr val="8F4519"/>
            </a:solidFill>
            <a:prstDash val="solid"/>
          </a:ln>
        </p:spPr>
        <p:txBody>
          <a:bodyPr/>
          <a:lstStyle/>
          <a:p>
            <a:endParaRPr lang="en-US"/>
          </a:p>
        </p:txBody>
      </p:sp>
      <p:sp>
        <p:nvSpPr>
          <p:cNvPr id="8" name="Text 6"/>
          <p:cNvSpPr/>
          <p:nvPr/>
        </p:nvSpPr>
        <p:spPr>
          <a:xfrm>
            <a:off x="685800" y="4233672"/>
            <a:ext cx="4937760" cy="978408"/>
          </a:xfrm>
          <a:prstGeom prst="rect">
            <a:avLst/>
          </a:prstGeom>
          <a:noFill/>
          <a:ln/>
        </p:spPr>
        <p:txBody>
          <a:bodyPr wrap="square" lIns="0" tIns="0" rIns="0" bIns="0" rtlCol="0" anchor="ctr"/>
          <a:lstStyle/>
          <a:p>
            <a:pPr marL="0" indent="0">
              <a:buNone/>
            </a:pPr>
            <a:r>
              <a:rPr lang="en-US" sz="1200" b="1" kern="0" spc="200" dirty="0">
                <a:solidFill>
                  <a:srgbClr val="8F4519"/>
                </a:solidFill>
                <a:latin typeface="Calibri" pitchFamily="34" charset="0"/>
                <a:ea typeface="Calibri" pitchFamily="34" charset="-122"/>
                <a:cs typeface="Calibri" pitchFamily="34" charset="-120"/>
              </a:rPr>
              <a:t>TODAY   </a:t>
            </a:r>
            <a:r>
              <a:rPr lang="en-US" sz="1500" dirty="0">
                <a:solidFill>
                  <a:srgbClr val="22201C"/>
                </a:solidFill>
                <a:latin typeface="Calibri" pitchFamily="34" charset="0"/>
                <a:ea typeface="Calibri" pitchFamily="34" charset="-122"/>
                <a:cs typeface="Calibri" pitchFamily="34" charset="-120"/>
              </a:rPr>
              <a:t>No baby applies to join a family. Birth makes them a member. Your new birth did the same.  John 3:5</a:t>
            </a:r>
            <a:endParaRPr lang="en-US" sz="1200" dirty="0"/>
          </a:p>
        </p:txBody>
      </p:sp>
      <p:sp>
        <p:nvSpPr>
          <p:cNvPr id="9" name="Shape 7"/>
          <p:cNvSpPr/>
          <p:nvPr/>
        </p:nvSpPr>
        <p:spPr>
          <a:xfrm>
            <a:off x="6172200" y="1783080"/>
            <a:ext cx="5333695" cy="0"/>
          </a:xfrm>
          <a:prstGeom prst="line">
            <a:avLst/>
          </a:prstGeom>
          <a:noFill/>
          <a:ln w="12700">
            <a:solidFill>
              <a:srgbClr val="DDD4C4"/>
            </a:solidFill>
            <a:prstDash val="solid"/>
          </a:ln>
        </p:spPr>
        <p:txBody>
          <a:bodyPr/>
          <a:lstStyle/>
          <a:p>
            <a:endParaRPr lang="en-US"/>
          </a:p>
        </p:txBody>
      </p:sp>
      <p:sp>
        <p:nvSpPr>
          <p:cNvPr id="10" name="Text 8"/>
          <p:cNvSpPr/>
          <p:nvPr/>
        </p:nvSpPr>
        <p:spPr>
          <a:xfrm>
            <a:off x="6172200" y="1874520"/>
            <a:ext cx="5333695" cy="1005840"/>
          </a:xfrm>
          <a:prstGeom prst="rect">
            <a:avLst/>
          </a:prstGeom>
          <a:noFill/>
          <a:ln/>
        </p:spPr>
        <p:txBody>
          <a:bodyPr wrap="square" lIns="0" tIns="0" rIns="0" bIns="0" rtlCol="0" anchor="ctr"/>
          <a:lstStyle/>
          <a:p>
            <a:pPr marL="0" indent="0">
              <a:spcAft>
                <a:spcPts val="400"/>
              </a:spcAft>
              <a:buNone/>
            </a:pPr>
            <a:r>
              <a:rPr lang="en-US" sz="1400" b="1" dirty="0">
                <a:solidFill>
                  <a:srgbClr val="8F4519"/>
                </a:solidFill>
                <a:latin typeface="Calibri" pitchFamily="34" charset="0"/>
                <a:ea typeface="Calibri" pitchFamily="34" charset="-122"/>
                <a:cs typeface="Calibri" pitchFamily="34" charset="-120"/>
              </a:rPr>
              <a:t>Acts 2:47</a:t>
            </a:r>
            <a:endParaRPr lang="en-US" sz="1400" dirty="0"/>
          </a:p>
          <a:p>
            <a:pPr marL="0" indent="0">
              <a:buNone/>
            </a:pPr>
            <a:r>
              <a:rPr lang="en-US" sz="1700" dirty="0">
                <a:solidFill>
                  <a:srgbClr val="22201C"/>
                </a:solidFill>
                <a:latin typeface="Calibri" pitchFamily="34" charset="0"/>
                <a:ea typeface="Calibri" pitchFamily="34" charset="-122"/>
                <a:cs typeface="Calibri" pitchFamily="34" charset="-120"/>
              </a:rPr>
              <a:t>The Lord added to the church daily such as should be saved.</a:t>
            </a:r>
            <a:endParaRPr lang="en-US" sz="1400" dirty="0"/>
          </a:p>
        </p:txBody>
      </p:sp>
      <p:sp>
        <p:nvSpPr>
          <p:cNvPr id="11" name="Shape 9"/>
          <p:cNvSpPr/>
          <p:nvPr/>
        </p:nvSpPr>
        <p:spPr>
          <a:xfrm>
            <a:off x="6172200" y="2971800"/>
            <a:ext cx="5333695" cy="0"/>
          </a:xfrm>
          <a:prstGeom prst="line">
            <a:avLst/>
          </a:prstGeom>
          <a:noFill/>
          <a:ln w="12700">
            <a:solidFill>
              <a:srgbClr val="DDD4C4"/>
            </a:solidFill>
            <a:prstDash val="solid"/>
          </a:ln>
        </p:spPr>
        <p:txBody>
          <a:bodyPr/>
          <a:lstStyle/>
          <a:p>
            <a:endParaRPr lang="en-US"/>
          </a:p>
        </p:txBody>
      </p:sp>
      <p:sp>
        <p:nvSpPr>
          <p:cNvPr id="12" name="Text 10"/>
          <p:cNvSpPr/>
          <p:nvPr/>
        </p:nvSpPr>
        <p:spPr>
          <a:xfrm>
            <a:off x="6172200" y="3063240"/>
            <a:ext cx="5333695" cy="1005840"/>
          </a:xfrm>
          <a:prstGeom prst="rect">
            <a:avLst/>
          </a:prstGeom>
          <a:noFill/>
          <a:ln/>
        </p:spPr>
        <p:txBody>
          <a:bodyPr wrap="square" lIns="0" tIns="0" rIns="0" bIns="0" rtlCol="0" anchor="ctr"/>
          <a:lstStyle/>
          <a:p>
            <a:pPr marL="0" indent="0">
              <a:spcAft>
                <a:spcPts val="400"/>
              </a:spcAft>
              <a:buNone/>
            </a:pPr>
            <a:r>
              <a:rPr lang="en-US" sz="1400" b="1" dirty="0">
                <a:solidFill>
                  <a:srgbClr val="8F4519"/>
                </a:solidFill>
                <a:latin typeface="Calibri" pitchFamily="34" charset="0"/>
                <a:ea typeface="Calibri" pitchFamily="34" charset="-122"/>
                <a:cs typeface="Calibri" pitchFamily="34" charset="-120"/>
              </a:rPr>
              <a:t>1 Corinthians 12:13</a:t>
            </a:r>
            <a:endParaRPr lang="en-US" sz="1400" dirty="0"/>
          </a:p>
          <a:p>
            <a:pPr marL="0" indent="0">
              <a:buNone/>
            </a:pPr>
            <a:r>
              <a:rPr lang="en-US" sz="1700" dirty="0">
                <a:solidFill>
                  <a:srgbClr val="22201C"/>
                </a:solidFill>
                <a:latin typeface="Calibri" pitchFamily="34" charset="0"/>
                <a:ea typeface="Calibri" pitchFamily="34" charset="-122"/>
                <a:cs typeface="Calibri" pitchFamily="34" charset="-120"/>
              </a:rPr>
              <a:t>By one Spirit we are all baptized into one body.</a:t>
            </a:r>
            <a:endParaRPr lang="en-US" sz="1400" dirty="0"/>
          </a:p>
        </p:txBody>
      </p:sp>
      <p:sp>
        <p:nvSpPr>
          <p:cNvPr id="13" name="Shape 11"/>
          <p:cNvSpPr/>
          <p:nvPr/>
        </p:nvSpPr>
        <p:spPr>
          <a:xfrm>
            <a:off x="6172200" y="4160520"/>
            <a:ext cx="5333695" cy="0"/>
          </a:xfrm>
          <a:prstGeom prst="line">
            <a:avLst/>
          </a:prstGeom>
          <a:noFill/>
          <a:ln w="12700">
            <a:solidFill>
              <a:srgbClr val="DDD4C4"/>
            </a:solidFill>
            <a:prstDash val="solid"/>
          </a:ln>
        </p:spPr>
        <p:txBody>
          <a:bodyPr/>
          <a:lstStyle/>
          <a:p>
            <a:endParaRPr lang="en-US"/>
          </a:p>
        </p:txBody>
      </p:sp>
      <p:sp>
        <p:nvSpPr>
          <p:cNvPr id="14" name="Text 12"/>
          <p:cNvSpPr/>
          <p:nvPr/>
        </p:nvSpPr>
        <p:spPr>
          <a:xfrm>
            <a:off x="6172200" y="4251960"/>
            <a:ext cx="5333695" cy="1005840"/>
          </a:xfrm>
          <a:prstGeom prst="rect">
            <a:avLst/>
          </a:prstGeom>
          <a:noFill/>
          <a:ln/>
        </p:spPr>
        <p:txBody>
          <a:bodyPr wrap="square" lIns="0" tIns="0" rIns="0" bIns="0" rtlCol="0" anchor="ctr"/>
          <a:lstStyle/>
          <a:p>
            <a:pPr marL="0" indent="0">
              <a:spcAft>
                <a:spcPts val="400"/>
              </a:spcAft>
              <a:buNone/>
            </a:pPr>
            <a:r>
              <a:rPr lang="en-US" sz="1400" b="1" dirty="0">
                <a:solidFill>
                  <a:srgbClr val="8F4519"/>
                </a:solidFill>
                <a:latin typeface="Calibri" pitchFamily="34" charset="0"/>
                <a:ea typeface="Calibri" pitchFamily="34" charset="-122"/>
                <a:cs typeface="Calibri" pitchFamily="34" charset="-120"/>
              </a:rPr>
              <a:t>Ephesians 4:4–5 · Acts 20:28</a:t>
            </a:r>
            <a:endParaRPr lang="en-US" sz="1400" dirty="0"/>
          </a:p>
          <a:p>
            <a:pPr marL="0" indent="0">
              <a:buNone/>
            </a:pPr>
            <a:r>
              <a:rPr lang="en-US" sz="1700" dirty="0">
                <a:solidFill>
                  <a:srgbClr val="22201C"/>
                </a:solidFill>
                <a:latin typeface="Calibri" pitchFamily="34" charset="0"/>
                <a:ea typeface="Calibri" pitchFamily="34" charset="-122"/>
                <a:cs typeface="Calibri" pitchFamily="34" charset="-120"/>
              </a:rPr>
              <a:t>One body, one Lord, one faith, one baptism, bought with His blood.</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2EA"/>
        </a:solidFill>
        <a:effectLst/>
      </p:bgPr>
    </p:bg>
    <p:spTree>
      <p:nvGrpSpPr>
        <p:cNvPr id="1" name=""/>
        <p:cNvGrpSpPr/>
        <p:nvPr/>
      </p:nvGrpSpPr>
      <p:grpSpPr>
        <a:xfrm>
          <a:off x="0" y="0"/>
          <a:ext cx="0" cy="0"/>
          <a:chOff x="0" y="0"/>
          <a:chExt cx="0" cy="0"/>
        </a:xfrm>
      </p:grpSpPr>
      <p:sp>
        <p:nvSpPr>
          <p:cNvPr id="2" name="Text 0"/>
          <p:cNvSpPr/>
          <p:nvPr/>
        </p:nvSpPr>
        <p:spPr>
          <a:xfrm>
            <a:off x="685800" y="502920"/>
            <a:ext cx="10820095" cy="274320"/>
          </a:xfrm>
          <a:prstGeom prst="rect">
            <a:avLst/>
          </a:prstGeom>
          <a:noFill/>
          <a:ln/>
        </p:spPr>
        <p:txBody>
          <a:bodyPr wrap="square" lIns="0" tIns="0" rIns="0" bIns="0" rtlCol="0" anchor="ctr"/>
          <a:lstStyle/>
          <a:p>
            <a:pPr marL="0" indent="0">
              <a:buNone/>
            </a:pPr>
            <a:r>
              <a:rPr lang="en-US" sz="1200" b="1" kern="0" spc="300" dirty="0">
                <a:solidFill>
                  <a:srgbClr val="8F4519"/>
                </a:solidFill>
                <a:latin typeface="Calibri" pitchFamily="34" charset="0"/>
                <a:ea typeface="Calibri" pitchFamily="34" charset="-122"/>
                <a:cs typeface="Calibri" pitchFamily="34" charset="-120"/>
              </a:rPr>
              <a:t>LESSON 1 · DEFINITION</a:t>
            </a:r>
            <a:endParaRPr lang="en-US" sz="1200" dirty="0"/>
          </a:p>
        </p:txBody>
      </p:sp>
      <p:sp>
        <p:nvSpPr>
          <p:cNvPr id="3" name="Text 1"/>
          <p:cNvSpPr/>
          <p:nvPr/>
        </p:nvSpPr>
        <p:spPr>
          <a:xfrm>
            <a:off x="685800" y="822960"/>
            <a:ext cx="10820095" cy="777240"/>
          </a:xfrm>
          <a:prstGeom prst="rect">
            <a:avLst/>
          </a:prstGeom>
          <a:noFill/>
          <a:ln/>
        </p:spPr>
        <p:txBody>
          <a:bodyPr wrap="square" lIns="0" tIns="0" rIns="0" bIns="0" rtlCol="0" anchor="t"/>
          <a:lstStyle/>
          <a:p>
            <a:pPr marL="0" indent="0">
              <a:buNone/>
            </a:pPr>
            <a:r>
              <a:rPr lang="en-US" sz="3400" b="1" dirty="0">
                <a:solidFill>
                  <a:srgbClr val="22201C"/>
                </a:solidFill>
                <a:latin typeface="Georgia" pitchFamily="34" charset="0"/>
                <a:ea typeface="Georgia" pitchFamily="34" charset="-122"/>
                <a:cs typeface="Georgia" pitchFamily="34" charset="-120"/>
              </a:rPr>
              <a:t>What is the church?</a:t>
            </a:r>
            <a:endParaRPr lang="en-US" sz="3400" dirty="0"/>
          </a:p>
        </p:txBody>
      </p:sp>
      <p:sp>
        <p:nvSpPr>
          <p:cNvPr id="4" name="Text 2"/>
          <p:cNvSpPr/>
          <p:nvPr/>
        </p:nvSpPr>
        <p:spPr>
          <a:xfrm>
            <a:off x="685800" y="6400800"/>
            <a:ext cx="5486400" cy="274320"/>
          </a:xfrm>
          <a:prstGeom prst="rect">
            <a:avLst/>
          </a:prstGeom>
          <a:noFill/>
          <a:ln/>
        </p:spPr>
        <p:txBody>
          <a:bodyPr wrap="square" lIns="0" tIns="0" rIns="0" bIns="0" rtlCol="0" anchor="ctr"/>
          <a:lstStyle/>
          <a:p>
            <a:pPr marL="0" indent="0">
              <a:buNone/>
            </a:pPr>
            <a:r>
              <a:rPr lang="en-US" sz="1000" dirty="0">
                <a:solidFill>
                  <a:srgbClr val="5C574F"/>
                </a:solidFill>
                <a:latin typeface="Calibri" pitchFamily="34" charset="0"/>
                <a:ea typeface="Calibri" pitchFamily="34" charset="-122"/>
                <a:cs typeface="Calibri" pitchFamily="34" charset="-120"/>
              </a:rPr>
              <a:t>Welcome to the Family of God</a:t>
            </a:r>
            <a:endParaRPr lang="en-US" sz="1000" dirty="0"/>
          </a:p>
        </p:txBody>
      </p:sp>
      <p:sp>
        <p:nvSpPr>
          <p:cNvPr id="5" name="Text 3"/>
          <p:cNvSpPr/>
          <p:nvPr/>
        </p:nvSpPr>
        <p:spPr>
          <a:xfrm>
            <a:off x="10591495" y="6400800"/>
            <a:ext cx="914400" cy="274320"/>
          </a:xfrm>
          <a:prstGeom prst="rect">
            <a:avLst/>
          </a:prstGeom>
          <a:noFill/>
          <a:ln/>
        </p:spPr>
        <p:txBody>
          <a:bodyPr wrap="square" lIns="0" tIns="0" rIns="0" bIns="0" rtlCol="0" anchor="ctr"/>
          <a:lstStyle/>
          <a:p>
            <a:pPr marL="0" indent="0" algn="r">
              <a:buNone/>
            </a:pPr>
            <a:r>
              <a:rPr lang="en-US" sz="1000" dirty="0">
                <a:solidFill>
                  <a:srgbClr val="5C574F"/>
                </a:solidFill>
                <a:latin typeface="Calibri" pitchFamily="34" charset="0"/>
                <a:ea typeface="Calibri" pitchFamily="34" charset="-122"/>
                <a:cs typeface="Calibri" pitchFamily="34" charset="-120"/>
              </a:rPr>
              <a:t>7</a:t>
            </a:r>
            <a:endParaRPr lang="en-US" sz="1000" dirty="0"/>
          </a:p>
        </p:txBody>
      </p:sp>
      <p:sp>
        <p:nvSpPr>
          <p:cNvPr id="6" name="Shape 4"/>
          <p:cNvSpPr/>
          <p:nvPr/>
        </p:nvSpPr>
        <p:spPr>
          <a:xfrm>
            <a:off x="685800" y="1828800"/>
            <a:ext cx="4937760" cy="0"/>
          </a:xfrm>
          <a:prstGeom prst="line">
            <a:avLst/>
          </a:prstGeom>
          <a:noFill/>
          <a:ln w="28575">
            <a:solidFill>
              <a:srgbClr val="8F4519"/>
            </a:solidFill>
            <a:prstDash val="solid"/>
          </a:ln>
        </p:spPr>
        <p:txBody>
          <a:bodyPr/>
          <a:lstStyle/>
          <a:p>
            <a:endParaRPr lang="en-US"/>
          </a:p>
        </p:txBody>
      </p:sp>
      <p:sp>
        <p:nvSpPr>
          <p:cNvPr id="7" name="Text 5"/>
          <p:cNvSpPr/>
          <p:nvPr/>
        </p:nvSpPr>
        <p:spPr>
          <a:xfrm>
            <a:off x="685800" y="2057400"/>
            <a:ext cx="4937760" cy="548640"/>
          </a:xfrm>
          <a:prstGeom prst="rect">
            <a:avLst/>
          </a:prstGeom>
          <a:noFill/>
          <a:ln/>
        </p:spPr>
        <p:txBody>
          <a:bodyPr wrap="square" lIns="0" tIns="0" rIns="0" bIns="0" rtlCol="0" anchor="ctr"/>
          <a:lstStyle/>
          <a:p>
            <a:pPr marL="0" indent="0">
              <a:buNone/>
            </a:pPr>
            <a:r>
              <a:rPr lang="en-US" sz="3000" i="1" dirty="0">
                <a:solidFill>
                  <a:srgbClr val="8F4519"/>
                </a:solidFill>
                <a:latin typeface="Georgia" pitchFamily="34" charset="0"/>
                <a:ea typeface="Georgia" pitchFamily="34" charset="-122"/>
                <a:cs typeface="Georgia" pitchFamily="34" charset="-120"/>
              </a:rPr>
              <a:t>ekklēsia</a:t>
            </a:r>
            <a:endParaRPr lang="en-US" sz="3000" dirty="0"/>
          </a:p>
        </p:txBody>
      </p:sp>
      <p:sp>
        <p:nvSpPr>
          <p:cNvPr id="8" name="Text 6"/>
          <p:cNvSpPr/>
          <p:nvPr/>
        </p:nvSpPr>
        <p:spPr>
          <a:xfrm>
            <a:off x="685800" y="2743200"/>
            <a:ext cx="4937760" cy="1645920"/>
          </a:xfrm>
          <a:prstGeom prst="rect">
            <a:avLst/>
          </a:prstGeom>
          <a:noFill/>
          <a:ln/>
        </p:spPr>
        <p:txBody>
          <a:bodyPr wrap="square" lIns="0" tIns="0" rIns="0" bIns="0" rtlCol="0" anchor="t"/>
          <a:lstStyle/>
          <a:p>
            <a:pPr marL="0" indent="0">
              <a:lnSpc>
                <a:spcPct val="112000"/>
              </a:lnSpc>
              <a:buNone/>
            </a:pPr>
            <a:r>
              <a:rPr lang="en-US" sz="1800" dirty="0">
                <a:solidFill>
                  <a:srgbClr val="22201C"/>
                </a:solidFill>
                <a:latin typeface="Calibri" pitchFamily="34" charset="0"/>
                <a:ea typeface="Calibri" pitchFamily="34" charset="-122"/>
                <a:cs typeface="Calibri" pitchFamily="34" charset="-120"/>
              </a:rPr>
              <a:t>“The called out.” The church is the people God has called out of sin by the gospel and gathered to Christ: the body of the saved.</a:t>
            </a:r>
            <a:endParaRPr lang="en-US" sz="1800" dirty="0"/>
          </a:p>
        </p:txBody>
      </p:sp>
      <p:sp>
        <p:nvSpPr>
          <p:cNvPr id="9" name="Text 7"/>
          <p:cNvSpPr/>
          <p:nvPr/>
        </p:nvSpPr>
        <p:spPr>
          <a:xfrm>
            <a:off x="685800" y="4800600"/>
            <a:ext cx="4937760" cy="822960"/>
          </a:xfrm>
          <a:prstGeom prst="rect">
            <a:avLst/>
          </a:prstGeom>
          <a:noFill/>
          <a:ln/>
        </p:spPr>
        <p:txBody>
          <a:bodyPr wrap="square" lIns="0" tIns="0" rIns="0" bIns="0" rtlCol="0" anchor="t"/>
          <a:lstStyle/>
          <a:p>
            <a:pPr marL="0" indent="0">
              <a:buNone/>
            </a:pPr>
            <a:r>
              <a:rPr lang="en-US" sz="1600" dirty="0">
                <a:solidFill>
                  <a:srgbClr val="5C574F"/>
                </a:solidFill>
                <a:latin typeface="Calibri" pitchFamily="34" charset="0"/>
                <a:ea typeface="Calibri" pitchFamily="34" charset="-122"/>
                <a:cs typeface="Calibri" pitchFamily="34" charset="-120"/>
              </a:rPr>
              <a:t>Not a building, a denomination or a club. People who belong to Christ.  </a:t>
            </a:r>
            <a:r>
              <a:rPr lang="en-US" sz="1600" b="1" dirty="0">
                <a:solidFill>
                  <a:srgbClr val="8F4519"/>
                </a:solidFill>
                <a:latin typeface="Calibri" pitchFamily="34" charset="0"/>
                <a:ea typeface="Calibri" pitchFamily="34" charset="-122"/>
                <a:cs typeface="Calibri" pitchFamily="34" charset="-120"/>
              </a:rPr>
              <a:t>2 Thess. 2:14; 1 Peter 2:9</a:t>
            </a:r>
            <a:endParaRPr lang="en-US" sz="1600" dirty="0"/>
          </a:p>
        </p:txBody>
      </p:sp>
      <p:sp>
        <p:nvSpPr>
          <p:cNvPr id="10" name="Shape 8"/>
          <p:cNvSpPr/>
          <p:nvPr/>
        </p:nvSpPr>
        <p:spPr>
          <a:xfrm>
            <a:off x="6172200" y="1828800"/>
            <a:ext cx="5333695" cy="0"/>
          </a:xfrm>
          <a:prstGeom prst="line">
            <a:avLst/>
          </a:prstGeom>
          <a:noFill/>
          <a:ln w="12700">
            <a:solidFill>
              <a:srgbClr val="DDD4C4"/>
            </a:solidFill>
            <a:prstDash val="solid"/>
          </a:ln>
        </p:spPr>
        <p:txBody>
          <a:bodyPr/>
          <a:lstStyle/>
          <a:p>
            <a:endParaRPr lang="en-US"/>
          </a:p>
        </p:txBody>
      </p:sp>
      <p:sp>
        <p:nvSpPr>
          <p:cNvPr id="11" name="Text 9"/>
          <p:cNvSpPr/>
          <p:nvPr/>
        </p:nvSpPr>
        <p:spPr>
          <a:xfrm>
            <a:off x="6172200" y="1828800"/>
            <a:ext cx="5333695" cy="914400"/>
          </a:xfrm>
          <a:prstGeom prst="rect">
            <a:avLst/>
          </a:prstGeom>
          <a:noFill/>
          <a:ln/>
        </p:spPr>
        <p:txBody>
          <a:bodyPr wrap="square" lIns="0" tIns="0" rIns="0" bIns="0" rtlCol="0" anchor="ctr"/>
          <a:lstStyle/>
          <a:p>
            <a:pPr marL="0" indent="0">
              <a:buNone/>
            </a:pPr>
            <a:r>
              <a:rPr lang="en-US" sz="1700" b="1" dirty="0">
                <a:solidFill>
                  <a:srgbClr val="22201C"/>
                </a:solidFill>
                <a:latin typeface="Calibri" pitchFamily="34" charset="0"/>
                <a:ea typeface="Calibri" pitchFamily="34" charset="-122"/>
                <a:cs typeface="Calibri" pitchFamily="34" charset="-120"/>
              </a:rPr>
              <a:t>Built by Christ</a:t>
            </a:r>
            <a:r>
              <a:rPr lang="en-US" sz="1300" b="1" dirty="0">
                <a:solidFill>
                  <a:srgbClr val="8F4519"/>
                </a:solidFill>
                <a:latin typeface="Calibri" pitchFamily="34" charset="0"/>
                <a:ea typeface="Calibri" pitchFamily="34" charset="-122"/>
                <a:cs typeface="Calibri" pitchFamily="34" charset="-120"/>
              </a:rPr>
              <a:t>   Matthew 16:18</a:t>
            </a:r>
            <a:endParaRPr lang="en-US" sz="1700" dirty="0"/>
          </a:p>
          <a:p>
            <a:pPr marL="0" indent="0">
              <a:buNone/>
            </a:pPr>
            <a:r>
              <a:rPr lang="en-US" sz="1500" dirty="0">
                <a:solidFill>
                  <a:srgbClr val="5C574F"/>
                </a:solidFill>
                <a:latin typeface="Calibri" pitchFamily="34" charset="0"/>
                <a:ea typeface="Calibri" pitchFamily="34" charset="-122"/>
                <a:cs typeface="Calibri" pitchFamily="34" charset="-120"/>
              </a:rPr>
              <a:t>“Upon this rock I will build my church.”</a:t>
            </a:r>
            <a:endParaRPr lang="en-US" sz="1700" dirty="0"/>
          </a:p>
        </p:txBody>
      </p:sp>
      <p:sp>
        <p:nvSpPr>
          <p:cNvPr id="12" name="Shape 10"/>
          <p:cNvSpPr/>
          <p:nvPr/>
        </p:nvSpPr>
        <p:spPr>
          <a:xfrm>
            <a:off x="6172200" y="2852928"/>
            <a:ext cx="5333695" cy="0"/>
          </a:xfrm>
          <a:prstGeom prst="line">
            <a:avLst/>
          </a:prstGeom>
          <a:noFill/>
          <a:ln w="12700">
            <a:solidFill>
              <a:srgbClr val="DDD4C4"/>
            </a:solidFill>
            <a:prstDash val="solid"/>
          </a:ln>
        </p:spPr>
        <p:txBody>
          <a:bodyPr/>
          <a:lstStyle/>
          <a:p>
            <a:endParaRPr lang="en-US"/>
          </a:p>
        </p:txBody>
      </p:sp>
      <p:sp>
        <p:nvSpPr>
          <p:cNvPr id="13" name="Text 11"/>
          <p:cNvSpPr/>
          <p:nvPr/>
        </p:nvSpPr>
        <p:spPr>
          <a:xfrm>
            <a:off x="6172200" y="2852928"/>
            <a:ext cx="5333695" cy="914400"/>
          </a:xfrm>
          <a:prstGeom prst="rect">
            <a:avLst/>
          </a:prstGeom>
          <a:noFill/>
          <a:ln/>
        </p:spPr>
        <p:txBody>
          <a:bodyPr wrap="square" lIns="0" tIns="0" rIns="0" bIns="0" rtlCol="0" anchor="ctr"/>
          <a:lstStyle/>
          <a:p>
            <a:pPr marL="0" indent="0">
              <a:buNone/>
            </a:pPr>
            <a:r>
              <a:rPr lang="en-US" sz="1700" b="1" dirty="0">
                <a:solidFill>
                  <a:srgbClr val="22201C"/>
                </a:solidFill>
                <a:latin typeface="Calibri" pitchFamily="34" charset="0"/>
                <a:ea typeface="Calibri" pitchFamily="34" charset="-122"/>
                <a:cs typeface="Calibri" pitchFamily="34" charset="-120"/>
              </a:rPr>
              <a:t>Bought by His blood</a:t>
            </a:r>
            <a:r>
              <a:rPr lang="en-US" sz="1300" b="1" dirty="0">
                <a:solidFill>
                  <a:srgbClr val="8F4519"/>
                </a:solidFill>
                <a:latin typeface="Calibri" pitchFamily="34" charset="0"/>
                <a:ea typeface="Calibri" pitchFamily="34" charset="-122"/>
                <a:cs typeface="Calibri" pitchFamily="34" charset="-120"/>
              </a:rPr>
              <a:t>   Acts 20:28</a:t>
            </a:r>
            <a:endParaRPr lang="en-US" sz="1700" dirty="0"/>
          </a:p>
          <a:p>
            <a:pPr marL="0" indent="0">
              <a:buNone/>
            </a:pPr>
            <a:r>
              <a:rPr lang="en-US" sz="1500" dirty="0">
                <a:solidFill>
                  <a:srgbClr val="5C574F"/>
                </a:solidFill>
                <a:latin typeface="Calibri" pitchFamily="34" charset="0"/>
                <a:ea typeface="Calibri" pitchFamily="34" charset="-122"/>
                <a:cs typeface="Calibri" pitchFamily="34" charset="-120"/>
              </a:rPr>
              <a:t>He purchased it at the price of His own life.</a:t>
            </a:r>
            <a:endParaRPr lang="en-US" sz="1700" dirty="0"/>
          </a:p>
        </p:txBody>
      </p:sp>
      <p:sp>
        <p:nvSpPr>
          <p:cNvPr id="14" name="Shape 12"/>
          <p:cNvSpPr/>
          <p:nvPr/>
        </p:nvSpPr>
        <p:spPr>
          <a:xfrm>
            <a:off x="6172200" y="3877056"/>
            <a:ext cx="5333695" cy="0"/>
          </a:xfrm>
          <a:prstGeom prst="line">
            <a:avLst/>
          </a:prstGeom>
          <a:noFill/>
          <a:ln w="12700">
            <a:solidFill>
              <a:srgbClr val="DDD4C4"/>
            </a:solidFill>
            <a:prstDash val="solid"/>
          </a:ln>
        </p:spPr>
        <p:txBody>
          <a:bodyPr/>
          <a:lstStyle/>
          <a:p>
            <a:endParaRPr lang="en-US"/>
          </a:p>
        </p:txBody>
      </p:sp>
      <p:sp>
        <p:nvSpPr>
          <p:cNvPr id="15" name="Text 13"/>
          <p:cNvSpPr/>
          <p:nvPr/>
        </p:nvSpPr>
        <p:spPr>
          <a:xfrm>
            <a:off x="6172200" y="3877056"/>
            <a:ext cx="5333695" cy="914400"/>
          </a:xfrm>
          <a:prstGeom prst="rect">
            <a:avLst/>
          </a:prstGeom>
          <a:noFill/>
          <a:ln/>
        </p:spPr>
        <p:txBody>
          <a:bodyPr wrap="square" lIns="0" tIns="0" rIns="0" bIns="0" rtlCol="0" anchor="ctr"/>
          <a:lstStyle/>
          <a:p>
            <a:pPr marL="0" indent="0">
              <a:buNone/>
            </a:pPr>
            <a:r>
              <a:rPr lang="en-US" sz="1700" b="1" dirty="0">
                <a:solidFill>
                  <a:srgbClr val="22201C"/>
                </a:solidFill>
                <a:latin typeface="Calibri" pitchFamily="34" charset="0"/>
                <a:ea typeface="Calibri" pitchFamily="34" charset="-122"/>
                <a:cs typeface="Calibri" pitchFamily="34" charset="-120"/>
              </a:rPr>
              <a:t>Headed by Christ</a:t>
            </a:r>
            <a:r>
              <a:rPr lang="en-US" sz="1300" b="1" dirty="0">
                <a:solidFill>
                  <a:srgbClr val="8F4519"/>
                </a:solidFill>
                <a:latin typeface="Calibri" pitchFamily="34" charset="0"/>
                <a:ea typeface="Calibri" pitchFamily="34" charset="-122"/>
                <a:cs typeface="Calibri" pitchFamily="34" charset="-120"/>
              </a:rPr>
              <a:t>   Colossians 1:18</a:t>
            </a:r>
            <a:endParaRPr lang="en-US" sz="1700" dirty="0"/>
          </a:p>
          <a:p>
            <a:pPr marL="0" indent="0">
              <a:buNone/>
            </a:pPr>
            <a:r>
              <a:rPr lang="en-US" sz="1500" dirty="0">
                <a:solidFill>
                  <a:srgbClr val="5C574F"/>
                </a:solidFill>
                <a:latin typeface="Calibri" pitchFamily="34" charset="0"/>
                <a:ea typeface="Calibri" pitchFamily="34" charset="-122"/>
                <a:cs typeface="Calibri" pitchFamily="34" charset="-120"/>
              </a:rPr>
              <a:t>He is the head of the body; His Word governs it.</a:t>
            </a:r>
            <a:endParaRPr lang="en-US" sz="1700" dirty="0"/>
          </a:p>
        </p:txBody>
      </p:sp>
      <p:sp>
        <p:nvSpPr>
          <p:cNvPr id="16" name="Shape 14"/>
          <p:cNvSpPr/>
          <p:nvPr/>
        </p:nvSpPr>
        <p:spPr>
          <a:xfrm>
            <a:off x="6172200" y="4901184"/>
            <a:ext cx="5333695" cy="0"/>
          </a:xfrm>
          <a:prstGeom prst="line">
            <a:avLst/>
          </a:prstGeom>
          <a:noFill/>
          <a:ln w="12700">
            <a:solidFill>
              <a:srgbClr val="DDD4C4"/>
            </a:solidFill>
            <a:prstDash val="solid"/>
          </a:ln>
        </p:spPr>
        <p:txBody>
          <a:bodyPr/>
          <a:lstStyle/>
          <a:p>
            <a:endParaRPr lang="en-US"/>
          </a:p>
        </p:txBody>
      </p:sp>
      <p:sp>
        <p:nvSpPr>
          <p:cNvPr id="17" name="Text 15"/>
          <p:cNvSpPr/>
          <p:nvPr/>
        </p:nvSpPr>
        <p:spPr>
          <a:xfrm>
            <a:off x="6172200" y="4901184"/>
            <a:ext cx="5333695" cy="914400"/>
          </a:xfrm>
          <a:prstGeom prst="rect">
            <a:avLst/>
          </a:prstGeom>
          <a:noFill/>
          <a:ln/>
        </p:spPr>
        <p:txBody>
          <a:bodyPr wrap="square" lIns="0" tIns="0" rIns="0" bIns="0" rtlCol="0" anchor="ctr"/>
          <a:lstStyle/>
          <a:p>
            <a:pPr marL="0" indent="0">
              <a:buNone/>
            </a:pPr>
            <a:r>
              <a:rPr lang="en-US" sz="1700" b="1" dirty="0">
                <a:solidFill>
                  <a:srgbClr val="22201C"/>
                </a:solidFill>
                <a:latin typeface="Calibri" pitchFamily="34" charset="0"/>
                <a:ea typeface="Calibri" pitchFamily="34" charset="-122"/>
                <a:cs typeface="Calibri" pitchFamily="34" charset="-120"/>
              </a:rPr>
              <a:t>One body</a:t>
            </a:r>
            <a:r>
              <a:rPr lang="en-US" sz="1300" b="1" dirty="0">
                <a:solidFill>
                  <a:srgbClr val="8F4519"/>
                </a:solidFill>
                <a:latin typeface="Calibri" pitchFamily="34" charset="0"/>
                <a:ea typeface="Calibri" pitchFamily="34" charset="-122"/>
                <a:cs typeface="Calibri" pitchFamily="34" charset="-120"/>
              </a:rPr>
              <a:t>   Ephesians 4:4; 1:22–23</a:t>
            </a:r>
            <a:endParaRPr lang="en-US" sz="1700" dirty="0"/>
          </a:p>
          <a:p>
            <a:pPr marL="0" indent="0">
              <a:buNone/>
            </a:pPr>
            <a:r>
              <a:rPr lang="en-US" sz="1500" dirty="0">
                <a:solidFill>
                  <a:srgbClr val="5C574F"/>
                </a:solidFill>
                <a:latin typeface="Calibri" pitchFamily="34" charset="0"/>
                <a:ea typeface="Calibri" pitchFamily="34" charset="-122"/>
                <a:cs typeface="Calibri" pitchFamily="34" charset="-120"/>
              </a:rPr>
              <a:t>One church, seen in local congregations of saints.</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2EA"/>
        </a:solidFill>
        <a:effectLst/>
      </p:bgPr>
    </p:bg>
    <p:spTree>
      <p:nvGrpSpPr>
        <p:cNvPr id="1" name=""/>
        <p:cNvGrpSpPr/>
        <p:nvPr/>
      </p:nvGrpSpPr>
      <p:grpSpPr>
        <a:xfrm>
          <a:off x="0" y="0"/>
          <a:ext cx="0" cy="0"/>
          <a:chOff x="0" y="0"/>
          <a:chExt cx="0" cy="0"/>
        </a:xfrm>
      </p:grpSpPr>
      <p:sp>
        <p:nvSpPr>
          <p:cNvPr id="2" name="Text 0"/>
          <p:cNvSpPr/>
          <p:nvPr/>
        </p:nvSpPr>
        <p:spPr>
          <a:xfrm>
            <a:off x="685800" y="502920"/>
            <a:ext cx="10820095" cy="274320"/>
          </a:xfrm>
          <a:prstGeom prst="rect">
            <a:avLst/>
          </a:prstGeom>
          <a:noFill/>
          <a:ln/>
        </p:spPr>
        <p:txBody>
          <a:bodyPr wrap="square" lIns="0" tIns="0" rIns="0" bIns="0" rtlCol="0" anchor="ctr"/>
          <a:lstStyle/>
          <a:p>
            <a:pPr marL="0" indent="0">
              <a:buNone/>
            </a:pPr>
            <a:r>
              <a:rPr lang="en-US" sz="1200" b="1" kern="0" spc="300" dirty="0">
                <a:solidFill>
                  <a:srgbClr val="8F4519"/>
                </a:solidFill>
                <a:latin typeface="Calibri" pitchFamily="34" charset="0"/>
                <a:ea typeface="Calibri" pitchFamily="34" charset="-122"/>
                <a:cs typeface="Calibri" pitchFamily="34" charset="-120"/>
              </a:rPr>
              <a:t>LESSON 1 · BIBLE NAMES FOR BIBLE THINGS</a:t>
            </a:r>
            <a:endParaRPr lang="en-US" sz="1200" dirty="0"/>
          </a:p>
        </p:txBody>
      </p:sp>
      <p:sp>
        <p:nvSpPr>
          <p:cNvPr id="3" name="Text 1"/>
          <p:cNvSpPr/>
          <p:nvPr/>
        </p:nvSpPr>
        <p:spPr>
          <a:xfrm>
            <a:off x="685800" y="822960"/>
            <a:ext cx="10820095" cy="777240"/>
          </a:xfrm>
          <a:prstGeom prst="rect">
            <a:avLst/>
          </a:prstGeom>
          <a:noFill/>
          <a:ln/>
        </p:spPr>
        <p:txBody>
          <a:bodyPr wrap="square" lIns="0" tIns="0" rIns="0" bIns="0" rtlCol="0" anchor="t"/>
          <a:lstStyle/>
          <a:p>
            <a:pPr marL="0" indent="0">
              <a:buNone/>
            </a:pPr>
            <a:r>
              <a:rPr lang="en-US" sz="3400" b="1" dirty="0">
                <a:solidFill>
                  <a:srgbClr val="22201C"/>
                </a:solidFill>
                <a:latin typeface="Georgia" pitchFamily="34" charset="0"/>
                <a:ea typeface="Georgia" pitchFamily="34" charset="-122"/>
                <a:cs typeface="Georgia" pitchFamily="34" charset="-120"/>
              </a:rPr>
              <a:t>What Scripture calls the church</a:t>
            </a:r>
            <a:endParaRPr lang="en-US" sz="3400" dirty="0"/>
          </a:p>
        </p:txBody>
      </p:sp>
      <p:sp>
        <p:nvSpPr>
          <p:cNvPr id="4" name="Text 2"/>
          <p:cNvSpPr/>
          <p:nvPr/>
        </p:nvSpPr>
        <p:spPr>
          <a:xfrm>
            <a:off x="685800" y="6400800"/>
            <a:ext cx="5486400" cy="274320"/>
          </a:xfrm>
          <a:prstGeom prst="rect">
            <a:avLst/>
          </a:prstGeom>
          <a:noFill/>
          <a:ln/>
        </p:spPr>
        <p:txBody>
          <a:bodyPr wrap="square" lIns="0" tIns="0" rIns="0" bIns="0" rtlCol="0" anchor="ctr"/>
          <a:lstStyle/>
          <a:p>
            <a:pPr marL="0" indent="0">
              <a:buNone/>
            </a:pPr>
            <a:r>
              <a:rPr lang="en-US" sz="1000" dirty="0">
                <a:solidFill>
                  <a:srgbClr val="5C574F"/>
                </a:solidFill>
                <a:latin typeface="Calibri" pitchFamily="34" charset="0"/>
                <a:ea typeface="Calibri" pitchFamily="34" charset="-122"/>
                <a:cs typeface="Calibri" pitchFamily="34" charset="-120"/>
              </a:rPr>
              <a:t>Welcome to the Family of God</a:t>
            </a:r>
            <a:endParaRPr lang="en-US" sz="1000" dirty="0"/>
          </a:p>
        </p:txBody>
      </p:sp>
      <p:sp>
        <p:nvSpPr>
          <p:cNvPr id="5" name="Text 3"/>
          <p:cNvSpPr/>
          <p:nvPr/>
        </p:nvSpPr>
        <p:spPr>
          <a:xfrm>
            <a:off x="10591495" y="6400800"/>
            <a:ext cx="914400" cy="274320"/>
          </a:xfrm>
          <a:prstGeom prst="rect">
            <a:avLst/>
          </a:prstGeom>
          <a:noFill/>
          <a:ln/>
        </p:spPr>
        <p:txBody>
          <a:bodyPr wrap="square" lIns="0" tIns="0" rIns="0" bIns="0" rtlCol="0" anchor="ctr"/>
          <a:lstStyle/>
          <a:p>
            <a:pPr marL="0" indent="0" algn="r">
              <a:buNone/>
            </a:pPr>
            <a:r>
              <a:rPr lang="en-US" sz="1000" dirty="0">
                <a:solidFill>
                  <a:srgbClr val="5C574F"/>
                </a:solidFill>
                <a:latin typeface="Calibri" pitchFamily="34" charset="0"/>
                <a:ea typeface="Calibri" pitchFamily="34" charset="-122"/>
                <a:cs typeface="Calibri" pitchFamily="34" charset="-120"/>
              </a:rPr>
              <a:t>8</a:t>
            </a:r>
            <a:endParaRPr lang="en-US" sz="1000" dirty="0"/>
          </a:p>
        </p:txBody>
      </p:sp>
      <p:sp>
        <p:nvSpPr>
          <p:cNvPr id="6" name="Shape 4"/>
          <p:cNvSpPr/>
          <p:nvPr/>
        </p:nvSpPr>
        <p:spPr>
          <a:xfrm>
            <a:off x="685800" y="1783080"/>
            <a:ext cx="3454298" cy="0"/>
          </a:xfrm>
          <a:prstGeom prst="line">
            <a:avLst/>
          </a:prstGeom>
          <a:noFill/>
          <a:ln w="12700">
            <a:solidFill>
              <a:srgbClr val="DDD4C4"/>
            </a:solidFill>
            <a:prstDash val="solid"/>
          </a:ln>
        </p:spPr>
        <p:txBody>
          <a:bodyPr/>
          <a:lstStyle/>
          <a:p>
            <a:endParaRPr lang="en-US"/>
          </a:p>
        </p:txBody>
      </p:sp>
      <p:sp>
        <p:nvSpPr>
          <p:cNvPr id="7" name="Text 5"/>
          <p:cNvSpPr/>
          <p:nvPr/>
        </p:nvSpPr>
        <p:spPr>
          <a:xfrm>
            <a:off x="685800" y="1984248"/>
            <a:ext cx="3454298" cy="914400"/>
          </a:xfrm>
          <a:prstGeom prst="rect">
            <a:avLst/>
          </a:prstGeom>
          <a:noFill/>
          <a:ln/>
        </p:spPr>
        <p:txBody>
          <a:bodyPr wrap="square" lIns="0" tIns="0" rIns="0" bIns="0" rtlCol="0" anchor="t"/>
          <a:lstStyle/>
          <a:p>
            <a:pPr marL="0" indent="0">
              <a:lnSpc>
                <a:spcPct val="110000"/>
              </a:lnSpc>
              <a:spcAft>
                <a:spcPts val="600"/>
              </a:spcAft>
              <a:buNone/>
            </a:pPr>
            <a:r>
              <a:rPr lang="en-US" sz="1800" b="1" dirty="0">
                <a:solidFill>
                  <a:srgbClr val="22201C"/>
                </a:solidFill>
                <a:latin typeface="Calibri" pitchFamily="34" charset="0"/>
                <a:ea typeface="Calibri" pitchFamily="34" charset="-122"/>
                <a:cs typeface="Calibri" pitchFamily="34" charset="-120"/>
              </a:rPr>
              <a:t>Church of Christ</a:t>
            </a:r>
            <a:endParaRPr lang="en-US" sz="1800" dirty="0"/>
          </a:p>
          <a:p>
            <a:pPr marL="0" indent="0">
              <a:lnSpc>
                <a:spcPct val="110000"/>
              </a:lnSpc>
              <a:buNone/>
            </a:pPr>
            <a:r>
              <a:rPr lang="en-US" sz="1500" dirty="0">
                <a:solidFill>
                  <a:srgbClr val="5C574F"/>
                </a:solidFill>
                <a:latin typeface="Calibri" pitchFamily="34" charset="0"/>
                <a:ea typeface="Calibri" pitchFamily="34" charset="-122"/>
                <a:cs typeface="Calibri" pitchFamily="34" charset="-120"/>
              </a:rPr>
              <a:t>It belongs to Christ and wears His name.</a:t>
            </a:r>
            <a:endParaRPr lang="en-US" sz="1800" dirty="0"/>
          </a:p>
        </p:txBody>
      </p:sp>
      <p:sp>
        <p:nvSpPr>
          <p:cNvPr id="8" name="Text 6"/>
          <p:cNvSpPr/>
          <p:nvPr/>
        </p:nvSpPr>
        <p:spPr>
          <a:xfrm>
            <a:off x="685800" y="2926080"/>
            <a:ext cx="3454298" cy="274320"/>
          </a:xfrm>
          <a:prstGeom prst="rect">
            <a:avLst/>
          </a:prstGeom>
          <a:noFill/>
          <a:ln/>
        </p:spPr>
        <p:txBody>
          <a:bodyPr wrap="square" lIns="0" tIns="0" rIns="0" bIns="0" rtlCol="0" anchor="b"/>
          <a:lstStyle/>
          <a:p>
            <a:pPr marL="0" indent="0">
              <a:buNone/>
            </a:pPr>
            <a:r>
              <a:rPr lang="en-US" sz="1300" b="1" dirty="0">
                <a:solidFill>
                  <a:srgbClr val="8F4519"/>
                </a:solidFill>
                <a:latin typeface="Calibri" pitchFamily="34" charset="0"/>
                <a:ea typeface="Calibri" pitchFamily="34" charset="-122"/>
                <a:cs typeface="Calibri" pitchFamily="34" charset="-120"/>
              </a:rPr>
              <a:t>Romans 16:16</a:t>
            </a:r>
            <a:endParaRPr lang="en-US" sz="1300" dirty="0"/>
          </a:p>
        </p:txBody>
      </p:sp>
      <p:sp>
        <p:nvSpPr>
          <p:cNvPr id="9" name="Shape 7"/>
          <p:cNvSpPr/>
          <p:nvPr/>
        </p:nvSpPr>
        <p:spPr>
          <a:xfrm>
            <a:off x="4368698" y="1783080"/>
            <a:ext cx="3454298" cy="0"/>
          </a:xfrm>
          <a:prstGeom prst="line">
            <a:avLst/>
          </a:prstGeom>
          <a:noFill/>
          <a:ln w="12700">
            <a:solidFill>
              <a:srgbClr val="DDD4C4"/>
            </a:solidFill>
            <a:prstDash val="solid"/>
          </a:ln>
        </p:spPr>
        <p:txBody>
          <a:bodyPr/>
          <a:lstStyle/>
          <a:p>
            <a:endParaRPr lang="en-US"/>
          </a:p>
        </p:txBody>
      </p:sp>
      <p:sp>
        <p:nvSpPr>
          <p:cNvPr id="10" name="Text 8"/>
          <p:cNvSpPr/>
          <p:nvPr/>
        </p:nvSpPr>
        <p:spPr>
          <a:xfrm>
            <a:off x="4368698" y="1984248"/>
            <a:ext cx="3454298" cy="914400"/>
          </a:xfrm>
          <a:prstGeom prst="rect">
            <a:avLst/>
          </a:prstGeom>
          <a:noFill/>
          <a:ln/>
        </p:spPr>
        <p:txBody>
          <a:bodyPr wrap="square" lIns="0" tIns="0" rIns="0" bIns="0" rtlCol="0" anchor="t"/>
          <a:lstStyle/>
          <a:p>
            <a:pPr marL="0" indent="0">
              <a:lnSpc>
                <a:spcPct val="110000"/>
              </a:lnSpc>
              <a:spcAft>
                <a:spcPts val="600"/>
              </a:spcAft>
              <a:buNone/>
            </a:pPr>
            <a:r>
              <a:rPr lang="en-US" sz="1800" b="1" dirty="0">
                <a:solidFill>
                  <a:srgbClr val="22201C"/>
                </a:solidFill>
                <a:latin typeface="Calibri" pitchFamily="34" charset="0"/>
                <a:ea typeface="Calibri" pitchFamily="34" charset="-122"/>
                <a:cs typeface="Calibri" pitchFamily="34" charset="-120"/>
              </a:rPr>
              <a:t>Church of God</a:t>
            </a:r>
            <a:endParaRPr lang="en-US" sz="1800" dirty="0"/>
          </a:p>
          <a:p>
            <a:pPr marL="0" indent="0">
              <a:lnSpc>
                <a:spcPct val="110000"/>
              </a:lnSpc>
              <a:buNone/>
            </a:pPr>
            <a:r>
              <a:rPr lang="en-US" sz="1500" dirty="0">
                <a:solidFill>
                  <a:srgbClr val="5C574F"/>
                </a:solidFill>
                <a:latin typeface="Calibri" pitchFamily="34" charset="0"/>
                <a:ea typeface="Calibri" pitchFamily="34" charset="-122"/>
                <a:cs typeface="Calibri" pitchFamily="34" charset="-120"/>
              </a:rPr>
              <a:t>God is its owner and its builder.</a:t>
            </a:r>
            <a:endParaRPr lang="en-US" sz="1800" dirty="0"/>
          </a:p>
        </p:txBody>
      </p:sp>
      <p:sp>
        <p:nvSpPr>
          <p:cNvPr id="11" name="Text 9"/>
          <p:cNvSpPr/>
          <p:nvPr/>
        </p:nvSpPr>
        <p:spPr>
          <a:xfrm>
            <a:off x="4368698" y="2926080"/>
            <a:ext cx="3454298" cy="274320"/>
          </a:xfrm>
          <a:prstGeom prst="rect">
            <a:avLst/>
          </a:prstGeom>
          <a:noFill/>
          <a:ln/>
        </p:spPr>
        <p:txBody>
          <a:bodyPr wrap="square" lIns="0" tIns="0" rIns="0" bIns="0" rtlCol="0" anchor="b"/>
          <a:lstStyle/>
          <a:p>
            <a:pPr marL="0" indent="0">
              <a:buNone/>
            </a:pPr>
            <a:r>
              <a:rPr lang="en-US" sz="1300" b="1" dirty="0">
                <a:solidFill>
                  <a:srgbClr val="8F4519"/>
                </a:solidFill>
                <a:latin typeface="Calibri" pitchFamily="34" charset="0"/>
                <a:ea typeface="Calibri" pitchFamily="34" charset="-122"/>
                <a:cs typeface="Calibri" pitchFamily="34" charset="-120"/>
              </a:rPr>
              <a:t>1 Corinthians 1:2</a:t>
            </a:r>
            <a:endParaRPr lang="en-US" sz="1300" dirty="0"/>
          </a:p>
        </p:txBody>
      </p:sp>
      <p:sp>
        <p:nvSpPr>
          <p:cNvPr id="12" name="Shape 10"/>
          <p:cNvSpPr/>
          <p:nvPr/>
        </p:nvSpPr>
        <p:spPr>
          <a:xfrm>
            <a:off x="8051597" y="1783080"/>
            <a:ext cx="3454298" cy="0"/>
          </a:xfrm>
          <a:prstGeom prst="line">
            <a:avLst/>
          </a:prstGeom>
          <a:noFill/>
          <a:ln w="12700">
            <a:solidFill>
              <a:srgbClr val="DDD4C4"/>
            </a:solidFill>
            <a:prstDash val="solid"/>
          </a:ln>
        </p:spPr>
        <p:txBody>
          <a:bodyPr/>
          <a:lstStyle/>
          <a:p>
            <a:endParaRPr lang="en-US"/>
          </a:p>
        </p:txBody>
      </p:sp>
      <p:sp>
        <p:nvSpPr>
          <p:cNvPr id="13" name="Text 11"/>
          <p:cNvSpPr/>
          <p:nvPr/>
        </p:nvSpPr>
        <p:spPr>
          <a:xfrm>
            <a:off x="8051597" y="1984248"/>
            <a:ext cx="3454298" cy="914400"/>
          </a:xfrm>
          <a:prstGeom prst="rect">
            <a:avLst/>
          </a:prstGeom>
          <a:noFill/>
          <a:ln/>
        </p:spPr>
        <p:txBody>
          <a:bodyPr wrap="square" lIns="0" tIns="0" rIns="0" bIns="0" rtlCol="0" anchor="t"/>
          <a:lstStyle/>
          <a:p>
            <a:pPr marL="0" indent="0">
              <a:lnSpc>
                <a:spcPct val="110000"/>
              </a:lnSpc>
              <a:spcAft>
                <a:spcPts val="600"/>
              </a:spcAft>
              <a:buNone/>
            </a:pPr>
            <a:r>
              <a:rPr lang="en-US" sz="1800" b="1" dirty="0">
                <a:solidFill>
                  <a:srgbClr val="22201C"/>
                </a:solidFill>
                <a:latin typeface="Calibri" pitchFamily="34" charset="0"/>
                <a:ea typeface="Calibri" pitchFamily="34" charset="-122"/>
                <a:cs typeface="Calibri" pitchFamily="34" charset="-120"/>
              </a:rPr>
              <a:t>The body</a:t>
            </a:r>
            <a:endParaRPr lang="en-US" sz="1800" dirty="0"/>
          </a:p>
          <a:p>
            <a:pPr marL="0" indent="0">
              <a:lnSpc>
                <a:spcPct val="110000"/>
              </a:lnSpc>
              <a:buNone/>
            </a:pPr>
            <a:r>
              <a:rPr lang="en-US" sz="1500" dirty="0">
                <a:solidFill>
                  <a:srgbClr val="5C574F"/>
                </a:solidFill>
                <a:latin typeface="Calibri" pitchFamily="34" charset="0"/>
                <a:ea typeface="Calibri" pitchFamily="34" charset="-122"/>
                <a:cs typeface="Calibri" pitchFamily="34" charset="-120"/>
              </a:rPr>
              <a:t>Christ is the head; members serve together.</a:t>
            </a:r>
            <a:endParaRPr lang="en-US" sz="1800" dirty="0"/>
          </a:p>
        </p:txBody>
      </p:sp>
      <p:sp>
        <p:nvSpPr>
          <p:cNvPr id="14" name="Text 12"/>
          <p:cNvSpPr/>
          <p:nvPr/>
        </p:nvSpPr>
        <p:spPr>
          <a:xfrm>
            <a:off x="8051597" y="2926080"/>
            <a:ext cx="3454298" cy="274320"/>
          </a:xfrm>
          <a:prstGeom prst="rect">
            <a:avLst/>
          </a:prstGeom>
          <a:noFill/>
          <a:ln/>
        </p:spPr>
        <p:txBody>
          <a:bodyPr wrap="square" lIns="0" tIns="0" rIns="0" bIns="0" rtlCol="0" anchor="b"/>
          <a:lstStyle/>
          <a:p>
            <a:pPr marL="0" indent="0">
              <a:buNone/>
            </a:pPr>
            <a:r>
              <a:rPr lang="en-US" sz="1300" b="1" dirty="0">
                <a:solidFill>
                  <a:srgbClr val="8F4519"/>
                </a:solidFill>
                <a:latin typeface="Calibri" pitchFamily="34" charset="0"/>
                <a:ea typeface="Calibri" pitchFamily="34" charset="-122"/>
                <a:cs typeface="Calibri" pitchFamily="34" charset="-120"/>
              </a:rPr>
              <a:t>Ephesians 1:22–23</a:t>
            </a:r>
            <a:endParaRPr lang="en-US" sz="1300" dirty="0"/>
          </a:p>
        </p:txBody>
      </p:sp>
      <p:sp>
        <p:nvSpPr>
          <p:cNvPr id="15" name="Shape 13"/>
          <p:cNvSpPr/>
          <p:nvPr/>
        </p:nvSpPr>
        <p:spPr>
          <a:xfrm>
            <a:off x="685800" y="3611880"/>
            <a:ext cx="3454298" cy="0"/>
          </a:xfrm>
          <a:prstGeom prst="line">
            <a:avLst/>
          </a:prstGeom>
          <a:noFill/>
          <a:ln w="12700">
            <a:solidFill>
              <a:srgbClr val="DDD4C4"/>
            </a:solidFill>
            <a:prstDash val="solid"/>
          </a:ln>
        </p:spPr>
        <p:txBody>
          <a:bodyPr/>
          <a:lstStyle/>
          <a:p>
            <a:endParaRPr lang="en-US"/>
          </a:p>
        </p:txBody>
      </p:sp>
      <p:sp>
        <p:nvSpPr>
          <p:cNvPr id="16" name="Text 14"/>
          <p:cNvSpPr/>
          <p:nvPr/>
        </p:nvSpPr>
        <p:spPr>
          <a:xfrm>
            <a:off x="685800" y="3813048"/>
            <a:ext cx="3454298" cy="914400"/>
          </a:xfrm>
          <a:prstGeom prst="rect">
            <a:avLst/>
          </a:prstGeom>
          <a:noFill/>
          <a:ln/>
        </p:spPr>
        <p:txBody>
          <a:bodyPr wrap="square" lIns="0" tIns="0" rIns="0" bIns="0" rtlCol="0" anchor="t"/>
          <a:lstStyle/>
          <a:p>
            <a:pPr marL="0" indent="0">
              <a:lnSpc>
                <a:spcPct val="110000"/>
              </a:lnSpc>
              <a:spcAft>
                <a:spcPts val="600"/>
              </a:spcAft>
              <a:buNone/>
            </a:pPr>
            <a:r>
              <a:rPr lang="en-US" sz="1800" b="1" dirty="0">
                <a:solidFill>
                  <a:srgbClr val="22201C"/>
                </a:solidFill>
                <a:latin typeface="Calibri" pitchFamily="34" charset="0"/>
                <a:ea typeface="Calibri" pitchFamily="34" charset="-122"/>
                <a:cs typeface="Calibri" pitchFamily="34" charset="-120"/>
              </a:rPr>
              <a:t>The kingdom</a:t>
            </a:r>
            <a:endParaRPr lang="en-US" sz="1800" dirty="0"/>
          </a:p>
          <a:p>
            <a:pPr marL="0" indent="0">
              <a:lnSpc>
                <a:spcPct val="110000"/>
              </a:lnSpc>
              <a:buNone/>
            </a:pPr>
            <a:r>
              <a:rPr lang="en-US" sz="1500" dirty="0">
                <a:solidFill>
                  <a:srgbClr val="5C574F"/>
                </a:solidFill>
                <a:latin typeface="Calibri" pitchFamily="34" charset="0"/>
                <a:ea typeface="Calibri" pitchFamily="34" charset="-122"/>
                <a:cs typeface="Calibri" pitchFamily="34" charset="-120"/>
              </a:rPr>
              <a:t>Christ reigns as King over His people.</a:t>
            </a:r>
            <a:endParaRPr lang="en-US" sz="1800" dirty="0"/>
          </a:p>
        </p:txBody>
      </p:sp>
      <p:sp>
        <p:nvSpPr>
          <p:cNvPr id="17" name="Text 15"/>
          <p:cNvSpPr/>
          <p:nvPr/>
        </p:nvSpPr>
        <p:spPr>
          <a:xfrm>
            <a:off x="685800" y="4754880"/>
            <a:ext cx="3454298" cy="274320"/>
          </a:xfrm>
          <a:prstGeom prst="rect">
            <a:avLst/>
          </a:prstGeom>
          <a:noFill/>
          <a:ln/>
        </p:spPr>
        <p:txBody>
          <a:bodyPr wrap="square" lIns="0" tIns="0" rIns="0" bIns="0" rtlCol="0" anchor="b"/>
          <a:lstStyle/>
          <a:p>
            <a:pPr marL="0" indent="0">
              <a:buNone/>
            </a:pPr>
            <a:r>
              <a:rPr lang="en-US" sz="1300" b="1" dirty="0">
                <a:solidFill>
                  <a:srgbClr val="8F4519"/>
                </a:solidFill>
                <a:latin typeface="Calibri" pitchFamily="34" charset="0"/>
                <a:ea typeface="Calibri" pitchFamily="34" charset="-122"/>
                <a:cs typeface="Calibri" pitchFamily="34" charset="-120"/>
              </a:rPr>
              <a:t>Colossians 1:13</a:t>
            </a:r>
            <a:endParaRPr lang="en-US" sz="1300" dirty="0"/>
          </a:p>
        </p:txBody>
      </p:sp>
      <p:sp>
        <p:nvSpPr>
          <p:cNvPr id="18" name="Shape 16"/>
          <p:cNvSpPr/>
          <p:nvPr/>
        </p:nvSpPr>
        <p:spPr>
          <a:xfrm>
            <a:off x="4368698" y="3611880"/>
            <a:ext cx="3454298" cy="0"/>
          </a:xfrm>
          <a:prstGeom prst="line">
            <a:avLst/>
          </a:prstGeom>
          <a:noFill/>
          <a:ln w="12700">
            <a:solidFill>
              <a:srgbClr val="DDD4C4"/>
            </a:solidFill>
            <a:prstDash val="solid"/>
          </a:ln>
        </p:spPr>
        <p:txBody>
          <a:bodyPr/>
          <a:lstStyle/>
          <a:p>
            <a:endParaRPr lang="en-US"/>
          </a:p>
        </p:txBody>
      </p:sp>
      <p:sp>
        <p:nvSpPr>
          <p:cNvPr id="19" name="Text 17"/>
          <p:cNvSpPr/>
          <p:nvPr/>
        </p:nvSpPr>
        <p:spPr>
          <a:xfrm>
            <a:off x="4368698" y="3813048"/>
            <a:ext cx="3454298" cy="914400"/>
          </a:xfrm>
          <a:prstGeom prst="rect">
            <a:avLst/>
          </a:prstGeom>
          <a:noFill/>
          <a:ln/>
        </p:spPr>
        <p:txBody>
          <a:bodyPr wrap="square" lIns="0" tIns="0" rIns="0" bIns="0" rtlCol="0" anchor="t"/>
          <a:lstStyle/>
          <a:p>
            <a:pPr marL="0" indent="0">
              <a:lnSpc>
                <a:spcPct val="110000"/>
              </a:lnSpc>
              <a:spcAft>
                <a:spcPts val="600"/>
              </a:spcAft>
              <a:buNone/>
            </a:pPr>
            <a:r>
              <a:rPr lang="en-US" sz="1800" b="1" dirty="0">
                <a:solidFill>
                  <a:srgbClr val="22201C"/>
                </a:solidFill>
                <a:latin typeface="Calibri" pitchFamily="34" charset="0"/>
                <a:ea typeface="Calibri" pitchFamily="34" charset="-122"/>
                <a:cs typeface="Calibri" pitchFamily="34" charset="-120"/>
              </a:rPr>
              <a:t>House of God</a:t>
            </a:r>
            <a:endParaRPr lang="en-US" sz="1800" dirty="0"/>
          </a:p>
          <a:p>
            <a:pPr marL="0" indent="0">
              <a:lnSpc>
                <a:spcPct val="110000"/>
              </a:lnSpc>
              <a:buNone/>
            </a:pPr>
            <a:r>
              <a:rPr lang="en-US" sz="1500" dirty="0">
                <a:solidFill>
                  <a:srgbClr val="5C574F"/>
                </a:solidFill>
                <a:latin typeface="Calibri" pitchFamily="34" charset="0"/>
                <a:ea typeface="Calibri" pitchFamily="34" charset="-122"/>
                <a:cs typeface="Calibri" pitchFamily="34" charset="-120"/>
              </a:rPr>
              <a:t>A family of brothers and sisters in Christ.</a:t>
            </a:r>
            <a:endParaRPr lang="en-US" sz="1800" dirty="0"/>
          </a:p>
        </p:txBody>
      </p:sp>
      <p:sp>
        <p:nvSpPr>
          <p:cNvPr id="20" name="Text 18"/>
          <p:cNvSpPr/>
          <p:nvPr/>
        </p:nvSpPr>
        <p:spPr>
          <a:xfrm>
            <a:off x="4368698" y="4754880"/>
            <a:ext cx="3454298" cy="274320"/>
          </a:xfrm>
          <a:prstGeom prst="rect">
            <a:avLst/>
          </a:prstGeom>
          <a:noFill/>
          <a:ln/>
        </p:spPr>
        <p:txBody>
          <a:bodyPr wrap="square" lIns="0" tIns="0" rIns="0" bIns="0" rtlCol="0" anchor="b"/>
          <a:lstStyle/>
          <a:p>
            <a:pPr marL="0" indent="0">
              <a:buNone/>
            </a:pPr>
            <a:r>
              <a:rPr lang="en-US" sz="1300" b="1" dirty="0">
                <a:solidFill>
                  <a:srgbClr val="8F4519"/>
                </a:solidFill>
                <a:latin typeface="Calibri" pitchFamily="34" charset="0"/>
                <a:ea typeface="Calibri" pitchFamily="34" charset="-122"/>
                <a:cs typeface="Calibri" pitchFamily="34" charset="-120"/>
              </a:rPr>
              <a:t>1 Timothy 3:15</a:t>
            </a:r>
            <a:endParaRPr lang="en-US" sz="1300" dirty="0"/>
          </a:p>
        </p:txBody>
      </p:sp>
      <p:sp>
        <p:nvSpPr>
          <p:cNvPr id="21" name="Shape 19"/>
          <p:cNvSpPr/>
          <p:nvPr/>
        </p:nvSpPr>
        <p:spPr>
          <a:xfrm>
            <a:off x="8051597" y="3611880"/>
            <a:ext cx="3454298" cy="0"/>
          </a:xfrm>
          <a:prstGeom prst="line">
            <a:avLst/>
          </a:prstGeom>
          <a:noFill/>
          <a:ln w="12700">
            <a:solidFill>
              <a:srgbClr val="DDD4C4"/>
            </a:solidFill>
            <a:prstDash val="solid"/>
          </a:ln>
        </p:spPr>
        <p:txBody>
          <a:bodyPr/>
          <a:lstStyle/>
          <a:p>
            <a:endParaRPr lang="en-US"/>
          </a:p>
        </p:txBody>
      </p:sp>
      <p:sp>
        <p:nvSpPr>
          <p:cNvPr id="22" name="Text 20"/>
          <p:cNvSpPr/>
          <p:nvPr/>
        </p:nvSpPr>
        <p:spPr>
          <a:xfrm>
            <a:off x="8051597" y="3813048"/>
            <a:ext cx="3454298" cy="914400"/>
          </a:xfrm>
          <a:prstGeom prst="rect">
            <a:avLst/>
          </a:prstGeom>
          <a:noFill/>
          <a:ln/>
        </p:spPr>
        <p:txBody>
          <a:bodyPr wrap="square" lIns="0" tIns="0" rIns="0" bIns="0" rtlCol="0" anchor="t"/>
          <a:lstStyle/>
          <a:p>
            <a:pPr marL="0" indent="0">
              <a:lnSpc>
                <a:spcPct val="110000"/>
              </a:lnSpc>
              <a:spcAft>
                <a:spcPts val="600"/>
              </a:spcAft>
              <a:buNone/>
            </a:pPr>
            <a:r>
              <a:rPr lang="en-US" sz="1800" b="1" dirty="0">
                <a:solidFill>
                  <a:srgbClr val="22201C"/>
                </a:solidFill>
                <a:latin typeface="Calibri" pitchFamily="34" charset="0"/>
                <a:ea typeface="Calibri" pitchFamily="34" charset="-122"/>
                <a:cs typeface="Calibri" pitchFamily="34" charset="-120"/>
              </a:rPr>
              <a:t>The bride</a:t>
            </a:r>
            <a:endParaRPr lang="en-US" sz="1800" dirty="0"/>
          </a:p>
          <a:p>
            <a:pPr marL="0" indent="0">
              <a:lnSpc>
                <a:spcPct val="110000"/>
              </a:lnSpc>
              <a:buNone/>
            </a:pPr>
            <a:r>
              <a:rPr lang="en-US" sz="1500" dirty="0">
                <a:solidFill>
                  <a:srgbClr val="5C574F"/>
                </a:solidFill>
                <a:latin typeface="Calibri" pitchFamily="34" charset="0"/>
                <a:ea typeface="Calibri" pitchFamily="34" charset="-122"/>
                <a:cs typeface="Calibri" pitchFamily="34" charset="-120"/>
              </a:rPr>
              <a:t>Loved by Christ and kept pure for Him.</a:t>
            </a:r>
            <a:endParaRPr lang="en-US" sz="1800" dirty="0"/>
          </a:p>
        </p:txBody>
      </p:sp>
      <p:sp>
        <p:nvSpPr>
          <p:cNvPr id="23" name="Text 21"/>
          <p:cNvSpPr/>
          <p:nvPr/>
        </p:nvSpPr>
        <p:spPr>
          <a:xfrm>
            <a:off x="8051597" y="4754880"/>
            <a:ext cx="3454298" cy="274320"/>
          </a:xfrm>
          <a:prstGeom prst="rect">
            <a:avLst/>
          </a:prstGeom>
          <a:noFill/>
          <a:ln/>
        </p:spPr>
        <p:txBody>
          <a:bodyPr wrap="square" lIns="0" tIns="0" rIns="0" bIns="0" rtlCol="0" anchor="b"/>
          <a:lstStyle/>
          <a:p>
            <a:pPr marL="0" indent="0">
              <a:buNone/>
            </a:pPr>
            <a:r>
              <a:rPr lang="en-US" sz="1300" b="1" dirty="0">
                <a:solidFill>
                  <a:srgbClr val="8F4519"/>
                </a:solidFill>
                <a:latin typeface="Calibri" pitchFamily="34" charset="0"/>
                <a:ea typeface="Calibri" pitchFamily="34" charset="-122"/>
                <a:cs typeface="Calibri" pitchFamily="34" charset="-120"/>
              </a:rPr>
              <a:t>Ephesians 5:25–27</a:t>
            </a:r>
            <a:endParaRPr lang="en-US" sz="1300" dirty="0"/>
          </a:p>
        </p:txBody>
      </p:sp>
      <p:sp>
        <p:nvSpPr>
          <p:cNvPr id="24" name="Shape 22"/>
          <p:cNvSpPr/>
          <p:nvPr/>
        </p:nvSpPr>
        <p:spPr>
          <a:xfrm>
            <a:off x="685800" y="5486400"/>
            <a:ext cx="10820095" cy="0"/>
          </a:xfrm>
          <a:prstGeom prst="line">
            <a:avLst/>
          </a:prstGeom>
          <a:noFill/>
          <a:ln w="12700">
            <a:solidFill>
              <a:srgbClr val="8F4519"/>
            </a:solidFill>
            <a:prstDash val="solid"/>
          </a:ln>
        </p:spPr>
        <p:txBody>
          <a:bodyPr/>
          <a:lstStyle/>
          <a:p>
            <a:endParaRPr lang="en-US"/>
          </a:p>
        </p:txBody>
      </p:sp>
      <p:sp>
        <p:nvSpPr>
          <p:cNvPr id="25" name="Text 23"/>
          <p:cNvSpPr/>
          <p:nvPr/>
        </p:nvSpPr>
        <p:spPr>
          <a:xfrm>
            <a:off x="685800" y="5559552"/>
            <a:ext cx="10820095" cy="585216"/>
          </a:xfrm>
          <a:prstGeom prst="rect">
            <a:avLst/>
          </a:prstGeom>
          <a:noFill/>
          <a:ln/>
        </p:spPr>
        <p:txBody>
          <a:bodyPr wrap="square" lIns="0" tIns="0" rIns="0" bIns="0" rtlCol="0" anchor="ctr"/>
          <a:lstStyle/>
          <a:p>
            <a:pPr marL="0" indent="0">
              <a:buNone/>
            </a:pPr>
            <a:r>
              <a:rPr lang="en-US" sz="1200" b="1" kern="0" spc="200" dirty="0">
                <a:solidFill>
                  <a:srgbClr val="8F4519"/>
                </a:solidFill>
                <a:latin typeface="Calibri" pitchFamily="34" charset="0"/>
                <a:ea typeface="Calibri" pitchFamily="34" charset="-122"/>
                <a:cs typeface="Calibri" pitchFamily="34" charset="-120"/>
              </a:rPr>
              <a:t>ITS MEMBERS   </a:t>
            </a:r>
            <a:r>
              <a:rPr lang="en-US" sz="1500" dirty="0">
                <a:solidFill>
                  <a:srgbClr val="22201C"/>
                </a:solidFill>
                <a:latin typeface="Calibri" pitchFamily="34" charset="0"/>
                <a:ea typeface="Calibri" pitchFamily="34" charset="-122"/>
                <a:cs typeface="Calibri" pitchFamily="34" charset="-120"/>
              </a:rPr>
              <a:t>are called disciples, Christians, saints and brethren.  Acts 11:26; 1 Peter 4:16; Colossians 1:2</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2EA"/>
        </a:solidFill>
        <a:effectLst/>
      </p:bgPr>
    </p:bg>
    <p:spTree>
      <p:nvGrpSpPr>
        <p:cNvPr id="1" name=""/>
        <p:cNvGrpSpPr/>
        <p:nvPr/>
      </p:nvGrpSpPr>
      <p:grpSpPr>
        <a:xfrm>
          <a:off x="0" y="0"/>
          <a:ext cx="0" cy="0"/>
          <a:chOff x="0" y="0"/>
          <a:chExt cx="0" cy="0"/>
        </a:xfrm>
      </p:grpSpPr>
      <p:sp>
        <p:nvSpPr>
          <p:cNvPr id="2" name="Text 0"/>
          <p:cNvSpPr/>
          <p:nvPr/>
        </p:nvSpPr>
        <p:spPr>
          <a:xfrm>
            <a:off x="685800" y="502920"/>
            <a:ext cx="10820095" cy="274320"/>
          </a:xfrm>
          <a:prstGeom prst="rect">
            <a:avLst/>
          </a:prstGeom>
          <a:noFill/>
          <a:ln/>
        </p:spPr>
        <p:txBody>
          <a:bodyPr wrap="square" lIns="0" tIns="0" rIns="0" bIns="0" rtlCol="0" anchor="ctr"/>
          <a:lstStyle/>
          <a:p>
            <a:pPr marL="0" indent="0">
              <a:buNone/>
            </a:pPr>
            <a:r>
              <a:rPr lang="en-US" sz="1200" b="1" kern="0" spc="300" dirty="0">
                <a:solidFill>
                  <a:srgbClr val="8F4519"/>
                </a:solidFill>
                <a:latin typeface="Calibri" pitchFamily="34" charset="0"/>
                <a:ea typeface="Calibri" pitchFamily="34" charset="-122"/>
                <a:cs typeface="Calibri" pitchFamily="34" charset="-120"/>
              </a:rPr>
              <a:t>LESSON 1 · CASE STUDY</a:t>
            </a:r>
            <a:endParaRPr lang="en-US" sz="1200" dirty="0"/>
          </a:p>
        </p:txBody>
      </p:sp>
      <p:sp>
        <p:nvSpPr>
          <p:cNvPr id="3" name="Text 1"/>
          <p:cNvSpPr/>
          <p:nvPr/>
        </p:nvSpPr>
        <p:spPr>
          <a:xfrm>
            <a:off x="685800" y="822960"/>
            <a:ext cx="10820095" cy="777240"/>
          </a:xfrm>
          <a:prstGeom prst="rect">
            <a:avLst/>
          </a:prstGeom>
          <a:noFill/>
          <a:ln/>
        </p:spPr>
        <p:txBody>
          <a:bodyPr wrap="square" lIns="0" tIns="0" rIns="0" bIns="0" rtlCol="0" anchor="t"/>
          <a:lstStyle/>
          <a:p>
            <a:pPr marL="0" indent="0">
              <a:buNone/>
            </a:pPr>
            <a:r>
              <a:rPr lang="en-US" sz="3400" b="1" dirty="0">
                <a:solidFill>
                  <a:srgbClr val="22201C"/>
                </a:solidFill>
                <a:latin typeface="Georgia" pitchFamily="34" charset="0"/>
                <a:ea typeface="Georgia" pitchFamily="34" charset="-122"/>
                <a:cs typeface="Georgia" pitchFamily="34" charset="-120"/>
              </a:rPr>
              <a:t>Following men instead of Christ</a:t>
            </a:r>
            <a:endParaRPr lang="en-US" sz="3400" dirty="0"/>
          </a:p>
        </p:txBody>
      </p:sp>
      <p:sp>
        <p:nvSpPr>
          <p:cNvPr id="4" name="Text 2"/>
          <p:cNvSpPr/>
          <p:nvPr/>
        </p:nvSpPr>
        <p:spPr>
          <a:xfrm>
            <a:off x="685800" y="6400800"/>
            <a:ext cx="5486400" cy="274320"/>
          </a:xfrm>
          <a:prstGeom prst="rect">
            <a:avLst/>
          </a:prstGeom>
          <a:noFill/>
          <a:ln/>
        </p:spPr>
        <p:txBody>
          <a:bodyPr wrap="square" lIns="0" tIns="0" rIns="0" bIns="0" rtlCol="0" anchor="ctr"/>
          <a:lstStyle/>
          <a:p>
            <a:pPr marL="0" indent="0">
              <a:buNone/>
            </a:pPr>
            <a:r>
              <a:rPr lang="en-US" sz="1000" dirty="0">
                <a:solidFill>
                  <a:srgbClr val="5C574F"/>
                </a:solidFill>
                <a:latin typeface="Calibri" pitchFamily="34" charset="0"/>
                <a:ea typeface="Calibri" pitchFamily="34" charset="-122"/>
                <a:cs typeface="Calibri" pitchFamily="34" charset="-120"/>
              </a:rPr>
              <a:t>Welcome to the Family of God</a:t>
            </a:r>
            <a:endParaRPr lang="en-US" sz="1000" dirty="0"/>
          </a:p>
        </p:txBody>
      </p:sp>
      <p:sp>
        <p:nvSpPr>
          <p:cNvPr id="5" name="Text 3"/>
          <p:cNvSpPr/>
          <p:nvPr/>
        </p:nvSpPr>
        <p:spPr>
          <a:xfrm>
            <a:off x="10591495" y="6400800"/>
            <a:ext cx="914400" cy="274320"/>
          </a:xfrm>
          <a:prstGeom prst="rect">
            <a:avLst/>
          </a:prstGeom>
          <a:noFill/>
          <a:ln/>
        </p:spPr>
        <p:txBody>
          <a:bodyPr wrap="square" lIns="0" tIns="0" rIns="0" bIns="0" rtlCol="0" anchor="ctr"/>
          <a:lstStyle/>
          <a:p>
            <a:pPr marL="0" indent="0" algn="r">
              <a:buNone/>
            </a:pPr>
            <a:r>
              <a:rPr lang="en-US" sz="1000" dirty="0">
                <a:solidFill>
                  <a:srgbClr val="5C574F"/>
                </a:solidFill>
                <a:latin typeface="Calibri" pitchFamily="34" charset="0"/>
                <a:ea typeface="Calibri" pitchFamily="34" charset="-122"/>
                <a:cs typeface="Calibri" pitchFamily="34" charset="-120"/>
              </a:rPr>
              <a:t>9</a:t>
            </a:r>
            <a:endParaRPr lang="en-US" sz="1000" dirty="0"/>
          </a:p>
        </p:txBody>
      </p:sp>
      <p:sp>
        <p:nvSpPr>
          <p:cNvPr id="6" name="Shape 4"/>
          <p:cNvSpPr/>
          <p:nvPr/>
        </p:nvSpPr>
        <p:spPr>
          <a:xfrm>
            <a:off x="685800" y="1828800"/>
            <a:ext cx="5272888" cy="0"/>
          </a:xfrm>
          <a:prstGeom prst="line">
            <a:avLst/>
          </a:prstGeom>
          <a:noFill/>
          <a:ln w="28575">
            <a:solidFill>
              <a:srgbClr val="8F4519"/>
            </a:solidFill>
            <a:prstDash val="solid"/>
          </a:ln>
        </p:spPr>
        <p:txBody>
          <a:bodyPr/>
          <a:lstStyle/>
          <a:p>
            <a:endParaRPr lang="en-US"/>
          </a:p>
        </p:txBody>
      </p:sp>
      <p:sp>
        <p:nvSpPr>
          <p:cNvPr id="7" name="Text 5"/>
          <p:cNvSpPr/>
          <p:nvPr/>
        </p:nvSpPr>
        <p:spPr>
          <a:xfrm>
            <a:off x="685800" y="2121408"/>
            <a:ext cx="2743200" cy="274320"/>
          </a:xfrm>
          <a:prstGeom prst="rect">
            <a:avLst/>
          </a:prstGeom>
          <a:noFill/>
          <a:ln/>
        </p:spPr>
        <p:txBody>
          <a:bodyPr wrap="square" lIns="0" tIns="0" rIns="0" bIns="0" rtlCol="0" anchor="ctr"/>
          <a:lstStyle/>
          <a:p>
            <a:pPr marL="0" indent="0">
              <a:buNone/>
            </a:pPr>
            <a:r>
              <a:rPr lang="en-US" sz="1200" b="1" kern="0" spc="300" dirty="0">
                <a:solidFill>
                  <a:srgbClr val="8F4519"/>
                </a:solidFill>
                <a:latin typeface="Calibri" pitchFamily="34" charset="0"/>
                <a:ea typeface="Calibri" pitchFamily="34" charset="-122"/>
                <a:cs typeface="Calibri" pitchFamily="34" charset="-120"/>
              </a:rPr>
              <a:t>THEN</a:t>
            </a:r>
            <a:endParaRPr lang="en-US" sz="1200" dirty="0"/>
          </a:p>
        </p:txBody>
      </p:sp>
      <p:sp>
        <p:nvSpPr>
          <p:cNvPr id="8" name="Text 6"/>
          <p:cNvSpPr/>
          <p:nvPr/>
        </p:nvSpPr>
        <p:spPr>
          <a:xfrm>
            <a:off x="685800" y="2395728"/>
            <a:ext cx="5272888" cy="411480"/>
          </a:xfrm>
          <a:prstGeom prst="rect">
            <a:avLst/>
          </a:prstGeom>
          <a:noFill/>
          <a:ln/>
        </p:spPr>
        <p:txBody>
          <a:bodyPr wrap="square" lIns="0" tIns="0" rIns="0" bIns="0" rtlCol="0" anchor="ctr"/>
          <a:lstStyle/>
          <a:p>
            <a:pPr marL="0" indent="0">
              <a:buNone/>
            </a:pPr>
            <a:r>
              <a:rPr lang="en-US" sz="2200" dirty="0">
                <a:solidFill>
                  <a:srgbClr val="22201C"/>
                </a:solidFill>
                <a:latin typeface="Georgia" pitchFamily="34" charset="0"/>
                <a:ea typeface="Georgia" pitchFamily="34" charset="-122"/>
                <a:cs typeface="Georgia" pitchFamily="34" charset="-120"/>
              </a:rPr>
              <a:t>First century</a:t>
            </a:r>
            <a:endParaRPr lang="en-US" sz="2200" dirty="0"/>
          </a:p>
        </p:txBody>
      </p:sp>
      <p:sp>
        <p:nvSpPr>
          <p:cNvPr id="9" name="Text 7"/>
          <p:cNvSpPr/>
          <p:nvPr/>
        </p:nvSpPr>
        <p:spPr>
          <a:xfrm>
            <a:off x="685800" y="2926080"/>
            <a:ext cx="5272888" cy="1600200"/>
          </a:xfrm>
          <a:prstGeom prst="rect">
            <a:avLst/>
          </a:prstGeom>
          <a:noFill/>
          <a:ln/>
        </p:spPr>
        <p:txBody>
          <a:bodyPr wrap="square" lIns="0" tIns="0" rIns="0" bIns="0" rtlCol="0" anchor="t"/>
          <a:lstStyle/>
          <a:p>
            <a:pPr marL="0" indent="0">
              <a:lnSpc>
                <a:spcPct val="112000"/>
              </a:lnSpc>
              <a:buNone/>
            </a:pPr>
            <a:r>
              <a:rPr lang="en-US" sz="1700" dirty="0">
                <a:solidFill>
                  <a:srgbClr val="5C574F"/>
                </a:solidFill>
                <a:latin typeface="Calibri" pitchFamily="34" charset="0"/>
                <a:ea typeface="Calibri" pitchFamily="34" charset="-122"/>
                <a:cs typeface="Calibri" pitchFamily="34" charset="-120"/>
              </a:rPr>
              <a:t>Corinth split into camps: “I am of Paul,” “I of Apollos,” “I of Cephas.” Paul answered, “Is Christ divided? Was Paul crucified for you?”</a:t>
            </a:r>
            <a:endParaRPr lang="en-US" sz="1700" dirty="0"/>
          </a:p>
        </p:txBody>
      </p:sp>
      <p:sp>
        <p:nvSpPr>
          <p:cNvPr id="10" name="Text 8"/>
          <p:cNvSpPr/>
          <p:nvPr/>
        </p:nvSpPr>
        <p:spPr>
          <a:xfrm>
            <a:off x="685800" y="4617720"/>
            <a:ext cx="5272888" cy="274320"/>
          </a:xfrm>
          <a:prstGeom prst="rect">
            <a:avLst/>
          </a:prstGeom>
          <a:noFill/>
          <a:ln/>
        </p:spPr>
        <p:txBody>
          <a:bodyPr wrap="square" lIns="0" tIns="0" rIns="0" bIns="0" rtlCol="0" anchor="ctr"/>
          <a:lstStyle/>
          <a:p>
            <a:pPr marL="0" indent="0">
              <a:buNone/>
            </a:pPr>
            <a:r>
              <a:rPr lang="en-US" sz="1400" b="1" dirty="0">
                <a:solidFill>
                  <a:srgbClr val="8F4519"/>
                </a:solidFill>
                <a:latin typeface="Calibri" pitchFamily="34" charset="0"/>
                <a:ea typeface="Calibri" pitchFamily="34" charset="-122"/>
                <a:cs typeface="Calibri" pitchFamily="34" charset="-120"/>
              </a:rPr>
              <a:t>1 Corinthians 1:10–13</a:t>
            </a:r>
            <a:endParaRPr lang="en-US" sz="1400" dirty="0"/>
          </a:p>
        </p:txBody>
      </p:sp>
      <p:sp>
        <p:nvSpPr>
          <p:cNvPr id="11" name="Shape 9"/>
          <p:cNvSpPr/>
          <p:nvPr/>
        </p:nvSpPr>
        <p:spPr>
          <a:xfrm>
            <a:off x="6233008" y="1828800"/>
            <a:ext cx="5272888" cy="0"/>
          </a:xfrm>
          <a:prstGeom prst="line">
            <a:avLst/>
          </a:prstGeom>
          <a:noFill/>
          <a:ln w="12700">
            <a:solidFill>
              <a:srgbClr val="DDD4C4"/>
            </a:solidFill>
            <a:prstDash val="solid"/>
          </a:ln>
        </p:spPr>
        <p:txBody>
          <a:bodyPr/>
          <a:lstStyle/>
          <a:p>
            <a:endParaRPr lang="en-US"/>
          </a:p>
        </p:txBody>
      </p:sp>
      <p:sp>
        <p:nvSpPr>
          <p:cNvPr id="12" name="Text 10"/>
          <p:cNvSpPr/>
          <p:nvPr/>
        </p:nvSpPr>
        <p:spPr>
          <a:xfrm>
            <a:off x="6233008" y="2121408"/>
            <a:ext cx="2743200" cy="274320"/>
          </a:xfrm>
          <a:prstGeom prst="rect">
            <a:avLst/>
          </a:prstGeom>
          <a:noFill/>
          <a:ln/>
        </p:spPr>
        <p:txBody>
          <a:bodyPr wrap="square" lIns="0" tIns="0" rIns="0" bIns="0" rtlCol="0" anchor="ctr"/>
          <a:lstStyle/>
          <a:p>
            <a:pPr marL="0" indent="0">
              <a:buNone/>
            </a:pPr>
            <a:r>
              <a:rPr lang="en-US" sz="1200" b="1" kern="0" spc="300" dirty="0">
                <a:solidFill>
                  <a:srgbClr val="8F4519"/>
                </a:solidFill>
                <a:latin typeface="Calibri" pitchFamily="34" charset="0"/>
                <a:ea typeface="Calibri" pitchFamily="34" charset="-122"/>
                <a:cs typeface="Calibri" pitchFamily="34" charset="-120"/>
              </a:rPr>
              <a:t>NOW</a:t>
            </a:r>
            <a:endParaRPr lang="en-US" sz="1200" dirty="0"/>
          </a:p>
        </p:txBody>
      </p:sp>
      <p:sp>
        <p:nvSpPr>
          <p:cNvPr id="13" name="Text 11"/>
          <p:cNvSpPr/>
          <p:nvPr/>
        </p:nvSpPr>
        <p:spPr>
          <a:xfrm>
            <a:off x="6233008" y="2395728"/>
            <a:ext cx="5272888" cy="411480"/>
          </a:xfrm>
          <a:prstGeom prst="rect">
            <a:avLst/>
          </a:prstGeom>
          <a:noFill/>
          <a:ln/>
        </p:spPr>
        <p:txBody>
          <a:bodyPr wrap="square" lIns="0" tIns="0" rIns="0" bIns="0" rtlCol="0" anchor="ctr"/>
          <a:lstStyle/>
          <a:p>
            <a:pPr marL="0" indent="0">
              <a:buNone/>
            </a:pPr>
            <a:r>
              <a:rPr lang="en-US" sz="2200" dirty="0">
                <a:solidFill>
                  <a:srgbClr val="22201C"/>
                </a:solidFill>
                <a:latin typeface="Georgia" pitchFamily="34" charset="0"/>
                <a:ea typeface="Georgia" pitchFamily="34" charset="-122"/>
                <a:cs typeface="Georgia" pitchFamily="34" charset="-120"/>
              </a:rPr>
              <a:t>Today</a:t>
            </a:r>
            <a:endParaRPr lang="en-US" sz="2200" dirty="0"/>
          </a:p>
        </p:txBody>
      </p:sp>
      <p:sp>
        <p:nvSpPr>
          <p:cNvPr id="14" name="Text 12"/>
          <p:cNvSpPr/>
          <p:nvPr/>
        </p:nvSpPr>
        <p:spPr>
          <a:xfrm>
            <a:off x="6233008" y="2926080"/>
            <a:ext cx="5272888" cy="1600200"/>
          </a:xfrm>
          <a:prstGeom prst="rect">
            <a:avLst/>
          </a:prstGeom>
          <a:noFill/>
          <a:ln/>
        </p:spPr>
        <p:txBody>
          <a:bodyPr wrap="square" lIns="0" tIns="0" rIns="0" bIns="0" rtlCol="0" anchor="t"/>
          <a:lstStyle/>
          <a:p>
            <a:pPr marL="0" indent="0">
              <a:lnSpc>
                <a:spcPct val="112000"/>
              </a:lnSpc>
              <a:buNone/>
            </a:pPr>
            <a:r>
              <a:rPr lang="en-US" sz="1700" dirty="0">
                <a:solidFill>
                  <a:srgbClr val="5C574F"/>
                </a:solidFill>
                <a:latin typeface="Calibri" pitchFamily="34" charset="0"/>
                <a:ea typeface="Calibri" pitchFamily="34" charset="-122"/>
                <a:cs typeface="Calibri" pitchFamily="34" charset="-120"/>
              </a:rPr>
              <a:t>People choose a church by a favorite preacher, a music style or an online personality, and wear names that Scripture never gave.</a:t>
            </a:r>
            <a:endParaRPr lang="en-US" sz="1700" dirty="0"/>
          </a:p>
        </p:txBody>
      </p:sp>
      <p:sp>
        <p:nvSpPr>
          <p:cNvPr id="15" name="Shape 13"/>
          <p:cNvSpPr/>
          <p:nvPr/>
        </p:nvSpPr>
        <p:spPr>
          <a:xfrm>
            <a:off x="685800" y="5486400"/>
            <a:ext cx="10820095" cy="0"/>
          </a:xfrm>
          <a:prstGeom prst="line">
            <a:avLst/>
          </a:prstGeom>
          <a:noFill/>
          <a:ln w="12700">
            <a:solidFill>
              <a:srgbClr val="8F4519"/>
            </a:solidFill>
            <a:prstDash val="solid"/>
          </a:ln>
        </p:spPr>
        <p:txBody>
          <a:bodyPr/>
          <a:lstStyle/>
          <a:p>
            <a:endParaRPr lang="en-US"/>
          </a:p>
        </p:txBody>
      </p:sp>
      <p:sp>
        <p:nvSpPr>
          <p:cNvPr id="16" name="Text 14"/>
          <p:cNvSpPr/>
          <p:nvPr/>
        </p:nvSpPr>
        <p:spPr>
          <a:xfrm>
            <a:off x="685800" y="5559552"/>
            <a:ext cx="10820095" cy="585216"/>
          </a:xfrm>
          <a:prstGeom prst="rect">
            <a:avLst/>
          </a:prstGeom>
          <a:noFill/>
          <a:ln/>
        </p:spPr>
        <p:txBody>
          <a:bodyPr wrap="square" lIns="0" tIns="0" rIns="0" bIns="0" rtlCol="0" anchor="ctr"/>
          <a:lstStyle/>
          <a:p>
            <a:pPr marL="0" indent="0">
              <a:buNone/>
            </a:pPr>
            <a:r>
              <a:rPr lang="en-US" sz="1200" b="1" kern="0" spc="200" dirty="0">
                <a:solidFill>
                  <a:srgbClr val="8F4519"/>
                </a:solidFill>
                <a:latin typeface="Calibri" pitchFamily="34" charset="0"/>
                <a:ea typeface="Calibri" pitchFamily="34" charset="-122"/>
                <a:cs typeface="Calibri" pitchFamily="34" charset="-120"/>
              </a:rPr>
              <a:t>THE LESSON   </a:t>
            </a:r>
            <a:r>
              <a:rPr lang="en-US" sz="1500" dirty="0">
                <a:solidFill>
                  <a:srgbClr val="22201C"/>
                </a:solidFill>
                <a:latin typeface="Calibri" pitchFamily="34" charset="0"/>
                <a:ea typeface="Calibri" pitchFamily="34" charset="-122"/>
                <a:cs typeface="Calibri" pitchFamily="34" charset="-120"/>
              </a:rPr>
              <a:t>Christ alone was crucified for you. Follow Him, wear His name and stay united in His Word.  1 Corinthians 3:4–7</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2EA"/>
        </a:solidFill>
        <a:effectLst/>
      </p:bgPr>
    </p:bg>
    <p:spTree>
      <p:nvGrpSpPr>
        <p:cNvPr id="1" name=""/>
        <p:cNvGrpSpPr/>
        <p:nvPr/>
      </p:nvGrpSpPr>
      <p:grpSpPr>
        <a:xfrm>
          <a:off x="0" y="0"/>
          <a:ext cx="0" cy="0"/>
          <a:chOff x="0" y="0"/>
          <a:chExt cx="0" cy="0"/>
        </a:xfrm>
      </p:grpSpPr>
      <p:sp>
        <p:nvSpPr>
          <p:cNvPr id="2" name="Text 0"/>
          <p:cNvSpPr/>
          <p:nvPr/>
        </p:nvSpPr>
        <p:spPr>
          <a:xfrm>
            <a:off x="685800" y="502920"/>
            <a:ext cx="10820095" cy="274320"/>
          </a:xfrm>
          <a:prstGeom prst="rect">
            <a:avLst/>
          </a:prstGeom>
          <a:noFill/>
          <a:ln/>
        </p:spPr>
        <p:txBody>
          <a:bodyPr wrap="square" lIns="0" tIns="0" rIns="0" bIns="0" rtlCol="0" anchor="ctr"/>
          <a:lstStyle/>
          <a:p>
            <a:pPr marL="0" indent="0">
              <a:buNone/>
            </a:pPr>
            <a:r>
              <a:rPr lang="en-US" sz="1200" b="1" kern="0" spc="300" dirty="0">
                <a:solidFill>
                  <a:srgbClr val="8F4519"/>
                </a:solidFill>
                <a:latin typeface="Calibri" pitchFamily="34" charset="0"/>
                <a:ea typeface="Calibri" pitchFamily="34" charset="-122"/>
                <a:cs typeface="Calibri" pitchFamily="34" charset="-120"/>
              </a:rPr>
              <a:t>LESSON 1 · ITS IMPORTANCE</a:t>
            </a:r>
            <a:endParaRPr lang="en-US" sz="1200" dirty="0"/>
          </a:p>
        </p:txBody>
      </p:sp>
      <p:sp>
        <p:nvSpPr>
          <p:cNvPr id="3" name="Text 1"/>
          <p:cNvSpPr/>
          <p:nvPr/>
        </p:nvSpPr>
        <p:spPr>
          <a:xfrm>
            <a:off x="685800" y="822960"/>
            <a:ext cx="10820095" cy="777240"/>
          </a:xfrm>
          <a:prstGeom prst="rect">
            <a:avLst/>
          </a:prstGeom>
          <a:noFill/>
          <a:ln/>
        </p:spPr>
        <p:txBody>
          <a:bodyPr wrap="square" lIns="0" tIns="0" rIns="0" bIns="0" rtlCol="0" anchor="t"/>
          <a:lstStyle/>
          <a:p>
            <a:pPr marL="0" indent="0">
              <a:buNone/>
            </a:pPr>
            <a:r>
              <a:rPr lang="en-US" sz="3400" b="1" dirty="0">
                <a:solidFill>
                  <a:srgbClr val="22201C"/>
                </a:solidFill>
                <a:latin typeface="Georgia" pitchFamily="34" charset="0"/>
                <a:ea typeface="Georgia" pitchFamily="34" charset="-122"/>
                <a:cs typeface="Georgia" pitchFamily="34" charset="-120"/>
              </a:rPr>
              <a:t>Why the church matters</a:t>
            </a:r>
            <a:endParaRPr lang="en-US" sz="3400" dirty="0"/>
          </a:p>
        </p:txBody>
      </p:sp>
      <p:sp>
        <p:nvSpPr>
          <p:cNvPr id="4" name="Text 2"/>
          <p:cNvSpPr/>
          <p:nvPr/>
        </p:nvSpPr>
        <p:spPr>
          <a:xfrm>
            <a:off x="685800" y="6400800"/>
            <a:ext cx="5486400" cy="274320"/>
          </a:xfrm>
          <a:prstGeom prst="rect">
            <a:avLst/>
          </a:prstGeom>
          <a:noFill/>
          <a:ln/>
        </p:spPr>
        <p:txBody>
          <a:bodyPr wrap="square" lIns="0" tIns="0" rIns="0" bIns="0" rtlCol="0" anchor="ctr"/>
          <a:lstStyle/>
          <a:p>
            <a:pPr marL="0" indent="0">
              <a:buNone/>
            </a:pPr>
            <a:r>
              <a:rPr lang="en-US" sz="1000" dirty="0">
                <a:solidFill>
                  <a:srgbClr val="5C574F"/>
                </a:solidFill>
                <a:latin typeface="Calibri" pitchFamily="34" charset="0"/>
                <a:ea typeface="Calibri" pitchFamily="34" charset="-122"/>
                <a:cs typeface="Calibri" pitchFamily="34" charset="-120"/>
              </a:rPr>
              <a:t>Welcome to the Family of God</a:t>
            </a:r>
            <a:endParaRPr lang="en-US" sz="1000" dirty="0"/>
          </a:p>
        </p:txBody>
      </p:sp>
      <p:sp>
        <p:nvSpPr>
          <p:cNvPr id="5" name="Text 3"/>
          <p:cNvSpPr/>
          <p:nvPr/>
        </p:nvSpPr>
        <p:spPr>
          <a:xfrm>
            <a:off x="10591495" y="6400800"/>
            <a:ext cx="914400" cy="274320"/>
          </a:xfrm>
          <a:prstGeom prst="rect">
            <a:avLst/>
          </a:prstGeom>
          <a:noFill/>
          <a:ln/>
        </p:spPr>
        <p:txBody>
          <a:bodyPr wrap="square" lIns="0" tIns="0" rIns="0" bIns="0" rtlCol="0" anchor="ctr"/>
          <a:lstStyle/>
          <a:p>
            <a:pPr marL="0" indent="0" algn="r">
              <a:buNone/>
            </a:pPr>
            <a:r>
              <a:rPr lang="en-US" sz="1000" dirty="0">
                <a:solidFill>
                  <a:srgbClr val="5C574F"/>
                </a:solidFill>
                <a:latin typeface="Calibri" pitchFamily="34" charset="0"/>
                <a:ea typeface="Calibri" pitchFamily="34" charset="-122"/>
                <a:cs typeface="Calibri" pitchFamily="34" charset="-120"/>
              </a:rPr>
              <a:t>10</a:t>
            </a:r>
            <a:endParaRPr lang="en-US" sz="1000" dirty="0"/>
          </a:p>
        </p:txBody>
      </p:sp>
      <p:sp>
        <p:nvSpPr>
          <p:cNvPr id="6" name="Shape 4"/>
          <p:cNvSpPr/>
          <p:nvPr/>
        </p:nvSpPr>
        <p:spPr>
          <a:xfrm>
            <a:off x="685800" y="1783080"/>
            <a:ext cx="3454298" cy="0"/>
          </a:xfrm>
          <a:prstGeom prst="line">
            <a:avLst/>
          </a:prstGeom>
          <a:noFill/>
          <a:ln w="12700">
            <a:solidFill>
              <a:srgbClr val="DDD4C4"/>
            </a:solidFill>
            <a:prstDash val="solid"/>
          </a:ln>
        </p:spPr>
        <p:txBody>
          <a:bodyPr/>
          <a:lstStyle/>
          <a:p>
            <a:endParaRPr lang="en-US"/>
          </a:p>
        </p:txBody>
      </p:sp>
      <p:sp>
        <p:nvSpPr>
          <p:cNvPr id="7" name="Text 5"/>
          <p:cNvSpPr/>
          <p:nvPr/>
        </p:nvSpPr>
        <p:spPr>
          <a:xfrm>
            <a:off x="685800" y="1984248"/>
            <a:ext cx="3454298" cy="274320"/>
          </a:xfrm>
          <a:prstGeom prst="rect">
            <a:avLst/>
          </a:prstGeom>
          <a:noFill/>
          <a:ln/>
        </p:spPr>
        <p:txBody>
          <a:bodyPr wrap="square" lIns="0" tIns="0" rIns="0" bIns="0" rtlCol="0" anchor="ctr"/>
          <a:lstStyle/>
          <a:p>
            <a:pPr marL="0" indent="0">
              <a:buNone/>
            </a:pPr>
            <a:r>
              <a:rPr lang="en-US" sz="1400" b="1" dirty="0">
                <a:solidFill>
                  <a:srgbClr val="8F4519"/>
                </a:solidFill>
                <a:latin typeface="Calibri" pitchFamily="34" charset="0"/>
                <a:ea typeface="Calibri" pitchFamily="34" charset="-122"/>
                <a:cs typeface="Calibri" pitchFamily="34" charset="-120"/>
              </a:rPr>
              <a:t>Ephesians 5:25</a:t>
            </a:r>
            <a:endParaRPr lang="en-US" sz="1400" dirty="0"/>
          </a:p>
        </p:txBody>
      </p:sp>
      <p:sp>
        <p:nvSpPr>
          <p:cNvPr id="8" name="Text 6"/>
          <p:cNvSpPr/>
          <p:nvPr/>
        </p:nvSpPr>
        <p:spPr>
          <a:xfrm>
            <a:off x="685800" y="2331720"/>
            <a:ext cx="3454298" cy="914400"/>
          </a:xfrm>
          <a:prstGeom prst="rect">
            <a:avLst/>
          </a:prstGeom>
          <a:noFill/>
          <a:ln/>
        </p:spPr>
        <p:txBody>
          <a:bodyPr wrap="square" lIns="0" tIns="0" rIns="0" bIns="0" rtlCol="0" anchor="t"/>
          <a:lstStyle/>
          <a:p>
            <a:pPr marL="0" indent="0">
              <a:buNone/>
            </a:pPr>
            <a:r>
              <a:rPr lang="en-US" sz="1700" dirty="0">
                <a:solidFill>
                  <a:srgbClr val="22201C"/>
                </a:solidFill>
                <a:latin typeface="Calibri" pitchFamily="34" charset="0"/>
                <a:ea typeface="Calibri" pitchFamily="34" charset="-122"/>
                <a:cs typeface="Calibri" pitchFamily="34" charset="-120"/>
              </a:rPr>
              <a:t>Christ loved the church and gave Himself for it.</a:t>
            </a:r>
            <a:endParaRPr lang="en-US" sz="1700" dirty="0"/>
          </a:p>
        </p:txBody>
      </p:sp>
      <p:sp>
        <p:nvSpPr>
          <p:cNvPr id="9" name="Shape 7"/>
          <p:cNvSpPr/>
          <p:nvPr/>
        </p:nvSpPr>
        <p:spPr>
          <a:xfrm>
            <a:off x="4368698" y="1783080"/>
            <a:ext cx="3454298" cy="0"/>
          </a:xfrm>
          <a:prstGeom prst="line">
            <a:avLst/>
          </a:prstGeom>
          <a:noFill/>
          <a:ln w="12700">
            <a:solidFill>
              <a:srgbClr val="DDD4C4"/>
            </a:solidFill>
            <a:prstDash val="solid"/>
          </a:ln>
        </p:spPr>
        <p:txBody>
          <a:bodyPr/>
          <a:lstStyle/>
          <a:p>
            <a:endParaRPr lang="en-US"/>
          </a:p>
        </p:txBody>
      </p:sp>
      <p:sp>
        <p:nvSpPr>
          <p:cNvPr id="10" name="Text 8"/>
          <p:cNvSpPr/>
          <p:nvPr/>
        </p:nvSpPr>
        <p:spPr>
          <a:xfrm>
            <a:off x="4368698" y="1984248"/>
            <a:ext cx="3454298" cy="274320"/>
          </a:xfrm>
          <a:prstGeom prst="rect">
            <a:avLst/>
          </a:prstGeom>
          <a:noFill/>
          <a:ln/>
        </p:spPr>
        <p:txBody>
          <a:bodyPr wrap="square" lIns="0" tIns="0" rIns="0" bIns="0" rtlCol="0" anchor="ctr"/>
          <a:lstStyle/>
          <a:p>
            <a:pPr marL="0" indent="0">
              <a:buNone/>
            </a:pPr>
            <a:r>
              <a:rPr lang="en-US" sz="1400" b="1" dirty="0">
                <a:solidFill>
                  <a:srgbClr val="8F4519"/>
                </a:solidFill>
                <a:latin typeface="Calibri" pitchFamily="34" charset="0"/>
                <a:ea typeface="Calibri" pitchFamily="34" charset="-122"/>
                <a:cs typeface="Calibri" pitchFamily="34" charset="-120"/>
              </a:rPr>
              <a:t>Ephesians 5:23</a:t>
            </a:r>
            <a:endParaRPr lang="en-US" sz="1400" dirty="0"/>
          </a:p>
        </p:txBody>
      </p:sp>
      <p:sp>
        <p:nvSpPr>
          <p:cNvPr id="11" name="Text 9"/>
          <p:cNvSpPr/>
          <p:nvPr/>
        </p:nvSpPr>
        <p:spPr>
          <a:xfrm>
            <a:off x="4368698" y="2331720"/>
            <a:ext cx="3454298" cy="914400"/>
          </a:xfrm>
          <a:prstGeom prst="rect">
            <a:avLst/>
          </a:prstGeom>
          <a:noFill/>
          <a:ln/>
        </p:spPr>
        <p:txBody>
          <a:bodyPr wrap="square" lIns="0" tIns="0" rIns="0" bIns="0" rtlCol="0" anchor="t"/>
          <a:lstStyle/>
          <a:p>
            <a:pPr marL="0" indent="0">
              <a:buNone/>
            </a:pPr>
            <a:r>
              <a:rPr lang="en-US" sz="1700" dirty="0">
                <a:solidFill>
                  <a:srgbClr val="22201C"/>
                </a:solidFill>
                <a:latin typeface="Calibri" pitchFamily="34" charset="0"/>
                <a:ea typeface="Calibri" pitchFamily="34" charset="-122"/>
                <a:cs typeface="Calibri" pitchFamily="34" charset="-120"/>
              </a:rPr>
              <a:t>He is the Savior of the body. The saved are in it.</a:t>
            </a:r>
            <a:endParaRPr lang="en-US" sz="1700" dirty="0"/>
          </a:p>
        </p:txBody>
      </p:sp>
      <p:sp>
        <p:nvSpPr>
          <p:cNvPr id="12" name="Shape 10"/>
          <p:cNvSpPr/>
          <p:nvPr/>
        </p:nvSpPr>
        <p:spPr>
          <a:xfrm>
            <a:off x="8051597" y="1783080"/>
            <a:ext cx="3454298" cy="0"/>
          </a:xfrm>
          <a:prstGeom prst="line">
            <a:avLst/>
          </a:prstGeom>
          <a:noFill/>
          <a:ln w="12700">
            <a:solidFill>
              <a:srgbClr val="DDD4C4"/>
            </a:solidFill>
            <a:prstDash val="solid"/>
          </a:ln>
        </p:spPr>
        <p:txBody>
          <a:bodyPr/>
          <a:lstStyle/>
          <a:p>
            <a:endParaRPr lang="en-US"/>
          </a:p>
        </p:txBody>
      </p:sp>
      <p:sp>
        <p:nvSpPr>
          <p:cNvPr id="13" name="Text 11"/>
          <p:cNvSpPr/>
          <p:nvPr/>
        </p:nvSpPr>
        <p:spPr>
          <a:xfrm>
            <a:off x="8051597" y="1984248"/>
            <a:ext cx="3454298" cy="274320"/>
          </a:xfrm>
          <a:prstGeom prst="rect">
            <a:avLst/>
          </a:prstGeom>
          <a:noFill/>
          <a:ln/>
        </p:spPr>
        <p:txBody>
          <a:bodyPr wrap="square" lIns="0" tIns="0" rIns="0" bIns="0" rtlCol="0" anchor="ctr"/>
          <a:lstStyle/>
          <a:p>
            <a:pPr marL="0" indent="0">
              <a:buNone/>
            </a:pPr>
            <a:r>
              <a:rPr lang="en-US" sz="1400" b="1" dirty="0">
                <a:solidFill>
                  <a:srgbClr val="8F4519"/>
                </a:solidFill>
                <a:latin typeface="Calibri" pitchFamily="34" charset="0"/>
                <a:ea typeface="Calibri" pitchFamily="34" charset="-122"/>
                <a:cs typeface="Calibri" pitchFamily="34" charset="-120"/>
              </a:rPr>
              <a:t>Ephesians 2:16</a:t>
            </a:r>
            <a:endParaRPr lang="en-US" sz="1400" dirty="0"/>
          </a:p>
        </p:txBody>
      </p:sp>
      <p:sp>
        <p:nvSpPr>
          <p:cNvPr id="14" name="Text 12"/>
          <p:cNvSpPr/>
          <p:nvPr/>
        </p:nvSpPr>
        <p:spPr>
          <a:xfrm>
            <a:off x="8051597" y="2331720"/>
            <a:ext cx="3454298" cy="914400"/>
          </a:xfrm>
          <a:prstGeom prst="rect">
            <a:avLst/>
          </a:prstGeom>
          <a:noFill/>
          <a:ln/>
        </p:spPr>
        <p:txBody>
          <a:bodyPr wrap="square" lIns="0" tIns="0" rIns="0" bIns="0" rtlCol="0" anchor="t"/>
          <a:lstStyle/>
          <a:p>
            <a:pPr marL="0" indent="0">
              <a:buNone/>
            </a:pPr>
            <a:r>
              <a:rPr lang="en-US" sz="1700" dirty="0">
                <a:solidFill>
                  <a:srgbClr val="22201C"/>
                </a:solidFill>
                <a:latin typeface="Calibri" pitchFamily="34" charset="0"/>
                <a:ea typeface="Calibri" pitchFamily="34" charset="-122"/>
                <a:cs typeface="Calibri" pitchFamily="34" charset="-120"/>
              </a:rPr>
              <a:t>We are reconciled to God in one body by the cross.</a:t>
            </a:r>
            <a:endParaRPr lang="en-US" sz="1700" dirty="0"/>
          </a:p>
        </p:txBody>
      </p:sp>
      <p:sp>
        <p:nvSpPr>
          <p:cNvPr id="15" name="Shape 13"/>
          <p:cNvSpPr/>
          <p:nvPr/>
        </p:nvSpPr>
        <p:spPr>
          <a:xfrm>
            <a:off x="685800" y="3611880"/>
            <a:ext cx="3454298" cy="0"/>
          </a:xfrm>
          <a:prstGeom prst="line">
            <a:avLst/>
          </a:prstGeom>
          <a:noFill/>
          <a:ln w="12700">
            <a:solidFill>
              <a:srgbClr val="DDD4C4"/>
            </a:solidFill>
            <a:prstDash val="solid"/>
          </a:ln>
        </p:spPr>
        <p:txBody>
          <a:bodyPr/>
          <a:lstStyle/>
          <a:p>
            <a:endParaRPr lang="en-US"/>
          </a:p>
        </p:txBody>
      </p:sp>
      <p:sp>
        <p:nvSpPr>
          <p:cNvPr id="16" name="Text 14"/>
          <p:cNvSpPr/>
          <p:nvPr/>
        </p:nvSpPr>
        <p:spPr>
          <a:xfrm>
            <a:off x="685800" y="3813048"/>
            <a:ext cx="3454298" cy="274320"/>
          </a:xfrm>
          <a:prstGeom prst="rect">
            <a:avLst/>
          </a:prstGeom>
          <a:noFill/>
          <a:ln/>
        </p:spPr>
        <p:txBody>
          <a:bodyPr wrap="square" lIns="0" tIns="0" rIns="0" bIns="0" rtlCol="0" anchor="ctr"/>
          <a:lstStyle/>
          <a:p>
            <a:pPr marL="0" indent="0">
              <a:buNone/>
            </a:pPr>
            <a:r>
              <a:rPr lang="en-US" sz="1400" b="1" dirty="0">
                <a:solidFill>
                  <a:srgbClr val="8F4519"/>
                </a:solidFill>
                <a:latin typeface="Calibri" pitchFamily="34" charset="0"/>
                <a:ea typeface="Calibri" pitchFamily="34" charset="-122"/>
                <a:cs typeface="Calibri" pitchFamily="34" charset="-120"/>
              </a:rPr>
              <a:t>Ephesians 3:10–11</a:t>
            </a:r>
            <a:endParaRPr lang="en-US" sz="1400" dirty="0"/>
          </a:p>
        </p:txBody>
      </p:sp>
      <p:sp>
        <p:nvSpPr>
          <p:cNvPr id="17" name="Text 15"/>
          <p:cNvSpPr/>
          <p:nvPr/>
        </p:nvSpPr>
        <p:spPr>
          <a:xfrm>
            <a:off x="685800" y="4160520"/>
            <a:ext cx="3454298" cy="914400"/>
          </a:xfrm>
          <a:prstGeom prst="rect">
            <a:avLst/>
          </a:prstGeom>
          <a:noFill/>
          <a:ln/>
        </p:spPr>
        <p:txBody>
          <a:bodyPr wrap="square" lIns="0" tIns="0" rIns="0" bIns="0" rtlCol="0" anchor="t"/>
          <a:lstStyle/>
          <a:p>
            <a:pPr marL="0" indent="0">
              <a:buNone/>
            </a:pPr>
            <a:r>
              <a:rPr lang="en-US" sz="1700" dirty="0">
                <a:solidFill>
                  <a:srgbClr val="22201C"/>
                </a:solidFill>
                <a:latin typeface="Calibri" pitchFamily="34" charset="0"/>
                <a:ea typeface="Calibri" pitchFamily="34" charset="-122"/>
                <a:cs typeface="Calibri" pitchFamily="34" charset="-120"/>
              </a:rPr>
              <a:t>It was in God’s eternal purpose, not an afterthought.</a:t>
            </a:r>
            <a:endParaRPr lang="en-US" sz="1700" dirty="0"/>
          </a:p>
        </p:txBody>
      </p:sp>
      <p:sp>
        <p:nvSpPr>
          <p:cNvPr id="18" name="Shape 16"/>
          <p:cNvSpPr/>
          <p:nvPr/>
        </p:nvSpPr>
        <p:spPr>
          <a:xfrm>
            <a:off x="4368698" y="3611880"/>
            <a:ext cx="3454298" cy="0"/>
          </a:xfrm>
          <a:prstGeom prst="line">
            <a:avLst/>
          </a:prstGeom>
          <a:noFill/>
          <a:ln w="12700">
            <a:solidFill>
              <a:srgbClr val="DDD4C4"/>
            </a:solidFill>
            <a:prstDash val="solid"/>
          </a:ln>
        </p:spPr>
        <p:txBody>
          <a:bodyPr/>
          <a:lstStyle/>
          <a:p>
            <a:endParaRPr lang="en-US"/>
          </a:p>
        </p:txBody>
      </p:sp>
      <p:sp>
        <p:nvSpPr>
          <p:cNvPr id="19" name="Text 17"/>
          <p:cNvSpPr/>
          <p:nvPr/>
        </p:nvSpPr>
        <p:spPr>
          <a:xfrm>
            <a:off x="4368698" y="3813048"/>
            <a:ext cx="3454298" cy="274320"/>
          </a:xfrm>
          <a:prstGeom prst="rect">
            <a:avLst/>
          </a:prstGeom>
          <a:noFill/>
          <a:ln/>
        </p:spPr>
        <p:txBody>
          <a:bodyPr wrap="square" lIns="0" tIns="0" rIns="0" bIns="0" rtlCol="0" anchor="ctr"/>
          <a:lstStyle/>
          <a:p>
            <a:pPr marL="0" indent="0">
              <a:buNone/>
            </a:pPr>
            <a:r>
              <a:rPr lang="en-US" sz="1400" b="1" dirty="0">
                <a:solidFill>
                  <a:srgbClr val="8F4519"/>
                </a:solidFill>
                <a:latin typeface="Calibri" pitchFamily="34" charset="0"/>
                <a:ea typeface="Calibri" pitchFamily="34" charset="-122"/>
                <a:cs typeface="Calibri" pitchFamily="34" charset="-120"/>
              </a:rPr>
              <a:t>1 Timothy 3:15</a:t>
            </a:r>
            <a:endParaRPr lang="en-US" sz="1400" dirty="0"/>
          </a:p>
        </p:txBody>
      </p:sp>
      <p:sp>
        <p:nvSpPr>
          <p:cNvPr id="20" name="Text 18"/>
          <p:cNvSpPr/>
          <p:nvPr/>
        </p:nvSpPr>
        <p:spPr>
          <a:xfrm>
            <a:off x="4368698" y="4160520"/>
            <a:ext cx="3454298" cy="914400"/>
          </a:xfrm>
          <a:prstGeom prst="rect">
            <a:avLst/>
          </a:prstGeom>
          <a:noFill/>
          <a:ln/>
        </p:spPr>
        <p:txBody>
          <a:bodyPr wrap="square" lIns="0" tIns="0" rIns="0" bIns="0" rtlCol="0" anchor="t"/>
          <a:lstStyle/>
          <a:p>
            <a:pPr marL="0" indent="0">
              <a:buNone/>
            </a:pPr>
            <a:r>
              <a:rPr lang="en-US" sz="1700" dirty="0">
                <a:solidFill>
                  <a:srgbClr val="22201C"/>
                </a:solidFill>
                <a:latin typeface="Calibri" pitchFamily="34" charset="0"/>
                <a:ea typeface="Calibri" pitchFamily="34" charset="-122"/>
                <a:cs typeface="Calibri" pitchFamily="34" charset="-120"/>
              </a:rPr>
              <a:t>It is the pillar and ground of the truth.</a:t>
            </a:r>
            <a:endParaRPr lang="en-US" sz="1700" dirty="0"/>
          </a:p>
        </p:txBody>
      </p:sp>
      <p:sp>
        <p:nvSpPr>
          <p:cNvPr id="21" name="Shape 19"/>
          <p:cNvSpPr/>
          <p:nvPr/>
        </p:nvSpPr>
        <p:spPr>
          <a:xfrm>
            <a:off x="8051597" y="3611880"/>
            <a:ext cx="3454298" cy="0"/>
          </a:xfrm>
          <a:prstGeom prst="line">
            <a:avLst/>
          </a:prstGeom>
          <a:noFill/>
          <a:ln w="12700">
            <a:solidFill>
              <a:srgbClr val="DDD4C4"/>
            </a:solidFill>
            <a:prstDash val="solid"/>
          </a:ln>
        </p:spPr>
        <p:txBody>
          <a:bodyPr/>
          <a:lstStyle/>
          <a:p>
            <a:endParaRPr lang="en-US"/>
          </a:p>
        </p:txBody>
      </p:sp>
      <p:sp>
        <p:nvSpPr>
          <p:cNvPr id="22" name="Text 20"/>
          <p:cNvSpPr/>
          <p:nvPr/>
        </p:nvSpPr>
        <p:spPr>
          <a:xfrm>
            <a:off x="8051597" y="3813048"/>
            <a:ext cx="3454298" cy="274320"/>
          </a:xfrm>
          <a:prstGeom prst="rect">
            <a:avLst/>
          </a:prstGeom>
          <a:noFill/>
          <a:ln/>
        </p:spPr>
        <p:txBody>
          <a:bodyPr wrap="square" lIns="0" tIns="0" rIns="0" bIns="0" rtlCol="0" anchor="ctr"/>
          <a:lstStyle/>
          <a:p>
            <a:pPr marL="0" indent="0">
              <a:buNone/>
            </a:pPr>
            <a:r>
              <a:rPr lang="en-US" sz="1400" b="1" dirty="0">
                <a:solidFill>
                  <a:srgbClr val="8F4519"/>
                </a:solidFill>
                <a:latin typeface="Calibri" pitchFamily="34" charset="0"/>
                <a:ea typeface="Calibri" pitchFamily="34" charset="-122"/>
                <a:cs typeface="Calibri" pitchFamily="34" charset="-120"/>
              </a:rPr>
              <a:t>Ephesians 3:21</a:t>
            </a:r>
            <a:endParaRPr lang="en-US" sz="1400" dirty="0"/>
          </a:p>
        </p:txBody>
      </p:sp>
      <p:sp>
        <p:nvSpPr>
          <p:cNvPr id="23" name="Text 21"/>
          <p:cNvSpPr/>
          <p:nvPr/>
        </p:nvSpPr>
        <p:spPr>
          <a:xfrm>
            <a:off x="8051597" y="4160520"/>
            <a:ext cx="3454298" cy="914400"/>
          </a:xfrm>
          <a:prstGeom prst="rect">
            <a:avLst/>
          </a:prstGeom>
          <a:noFill/>
          <a:ln/>
        </p:spPr>
        <p:txBody>
          <a:bodyPr wrap="square" lIns="0" tIns="0" rIns="0" bIns="0" rtlCol="0" anchor="t"/>
          <a:lstStyle/>
          <a:p>
            <a:pPr marL="0" indent="0">
              <a:buNone/>
            </a:pPr>
            <a:r>
              <a:rPr lang="en-US" sz="1700" dirty="0">
                <a:solidFill>
                  <a:srgbClr val="22201C"/>
                </a:solidFill>
                <a:latin typeface="Calibri" pitchFamily="34" charset="0"/>
                <a:ea typeface="Calibri" pitchFamily="34" charset="-122"/>
                <a:cs typeface="Calibri" pitchFamily="34" charset="-120"/>
              </a:rPr>
              <a:t>God is glorified in the church by Christ Jesus.</a:t>
            </a:r>
            <a:endParaRPr lang="en-US" sz="1700" dirty="0"/>
          </a:p>
        </p:txBody>
      </p:sp>
      <p:sp>
        <p:nvSpPr>
          <p:cNvPr id="24" name="Shape 22"/>
          <p:cNvSpPr/>
          <p:nvPr/>
        </p:nvSpPr>
        <p:spPr>
          <a:xfrm>
            <a:off x="685800" y="5486400"/>
            <a:ext cx="10820095" cy="0"/>
          </a:xfrm>
          <a:prstGeom prst="line">
            <a:avLst/>
          </a:prstGeom>
          <a:noFill/>
          <a:ln w="12700">
            <a:solidFill>
              <a:srgbClr val="8F4519"/>
            </a:solidFill>
            <a:prstDash val="solid"/>
          </a:ln>
        </p:spPr>
        <p:txBody>
          <a:bodyPr/>
          <a:lstStyle/>
          <a:p>
            <a:endParaRPr lang="en-US"/>
          </a:p>
        </p:txBody>
      </p:sp>
      <p:sp>
        <p:nvSpPr>
          <p:cNvPr id="25" name="Text 23"/>
          <p:cNvSpPr/>
          <p:nvPr/>
        </p:nvSpPr>
        <p:spPr>
          <a:xfrm>
            <a:off x="685800" y="5559552"/>
            <a:ext cx="10820095" cy="585216"/>
          </a:xfrm>
          <a:prstGeom prst="rect">
            <a:avLst/>
          </a:prstGeom>
          <a:noFill/>
          <a:ln/>
        </p:spPr>
        <p:txBody>
          <a:bodyPr wrap="square" lIns="0" tIns="0" rIns="0" bIns="0" rtlCol="0" anchor="ctr"/>
          <a:lstStyle/>
          <a:p>
            <a:pPr marL="0" indent="0">
              <a:buNone/>
            </a:pPr>
            <a:r>
              <a:rPr lang="en-US" sz="1200" b="1" kern="0" spc="200" dirty="0">
                <a:solidFill>
                  <a:srgbClr val="8F4519"/>
                </a:solidFill>
                <a:latin typeface="Calibri" pitchFamily="34" charset="0"/>
                <a:ea typeface="Calibri" pitchFamily="34" charset="-122"/>
                <a:cs typeface="Calibri" pitchFamily="34" charset="-120"/>
              </a:rPr>
              <a:t>THINK ABOUT IT   </a:t>
            </a:r>
            <a:r>
              <a:rPr lang="en-US" sz="1500" dirty="0">
                <a:solidFill>
                  <a:srgbClr val="22201C"/>
                </a:solidFill>
                <a:latin typeface="Calibri" pitchFamily="34" charset="0"/>
                <a:ea typeface="Calibri" pitchFamily="34" charset="-122"/>
                <a:cs typeface="Calibri" pitchFamily="34" charset="-120"/>
              </a:rPr>
              <a:t>Saying “I love Jesus, but not the church” is like telling a man you love him but despise his bride.</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C2826"/>
        </a:solidFill>
        <a:effectLst/>
      </p:bgPr>
    </p:bg>
    <p:spTree>
      <p:nvGrpSpPr>
        <p:cNvPr id="1" name=""/>
        <p:cNvGrpSpPr/>
        <p:nvPr/>
      </p:nvGrpSpPr>
      <p:grpSpPr>
        <a:xfrm>
          <a:off x="0" y="0"/>
          <a:ext cx="0" cy="0"/>
          <a:chOff x="0" y="0"/>
          <a:chExt cx="0" cy="0"/>
        </a:xfrm>
      </p:grpSpPr>
      <p:sp>
        <p:nvSpPr>
          <p:cNvPr id="2" name="Text 0"/>
          <p:cNvSpPr/>
          <p:nvPr/>
        </p:nvSpPr>
        <p:spPr>
          <a:xfrm>
            <a:off x="685800" y="685800"/>
            <a:ext cx="10820095" cy="274320"/>
          </a:xfrm>
          <a:prstGeom prst="rect">
            <a:avLst/>
          </a:prstGeom>
          <a:noFill/>
          <a:ln/>
        </p:spPr>
        <p:txBody>
          <a:bodyPr wrap="square" lIns="0" tIns="0" rIns="0" bIns="0" rtlCol="0" anchor="ctr"/>
          <a:lstStyle/>
          <a:p>
            <a:pPr marL="0" indent="0">
              <a:buNone/>
            </a:pPr>
            <a:r>
              <a:rPr lang="en-US" sz="1200" b="1" kern="0" spc="300" dirty="0">
                <a:solidFill>
                  <a:srgbClr val="E3A672"/>
                </a:solidFill>
                <a:latin typeface="Calibri" pitchFamily="34" charset="0"/>
                <a:ea typeface="Calibri" pitchFamily="34" charset="-122"/>
                <a:cs typeface="Calibri" pitchFamily="34" charset="-120"/>
              </a:rPr>
              <a:t>LESSON 1 · YOU ARE A NEW CREATION</a:t>
            </a:r>
            <a:endParaRPr lang="en-US" sz="1200" dirty="0"/>
          </a:p>
        </p:txBody>
      </p:sp>
      <p:sp>
        <p:nvSpPr>
          <p:cNvPr id="3" name="Text 1"/>
          <p:cNvSpPr/>
          <p:nvPr/>
        </p:nvSpPr>
        <p:spPr>
          <a:xfrm>
            <a:off x="685800" y="1097280"/>
            <a:ext cx="10088575" cy="2468880"/>
          </a:xfrm>
          <a:prstGeom prst="rect">
            <a:avLst/>
          </a:prstGeom>
          <a:noFill/>
          <a:ln/>
        </p:spPr>
        <p:txBody>
          <a:bodyPr wrap="square" lIns="0" tIns="0" rIns="0" bIns="0" rtlCol="0" anchor="ctr"/>
          <a:lstStyle/>
          <a:p>
            <a:pPr marL="0" indent="0">
              <a:lnSpc>
                <a:spcPct val="110000"/>
              </a:lnSpc>
              <a:buNone/>
            </a:pPr>
            <a:r>
              <a:rPr lang="en-US" sz="3400" i="1" dirty="0">
                <a:solidFill>
                  <a:srgbClr val="F3EEE4"/>
                </a:solidFill>
                <a:latin typeface="Georgia" pitchFamily="34" charset="0"/>
                <a:ea typeface="Georgia" pitchFamily="34" charset="-122"/>
                <a:cs typeface="Georgia" pitchFamily="34" charset="-120"/>
              </a:rPr>
              <a:t>“If any man be in Christ, he is a new creature: old things are passed away; behold, all things are become new.”</a:t>
            </a:r>
            <a:endParaRPr lang="en-US" sz="3400" dirty="0"/>
          </a:p>
        </p:txBody>
      </p:sp>
      <p:sp>
        <p:nvSpPr>
          <p:cNvPr id="4" name="Text 2"/>
          <p:cNvSpPr/>
          <p:nvPr/>
        </p:nvSpPr>
        <p:spPr>
          <a:xfrm>
            <a:off x="685800" y="3703320"/>
            <a:ext cx="10820095" cy="320040"/>
          </a:xfrm>
          <a:prstGeom prst="rect">
            <a:avLst/>
          </a:prstGeom>
          <a:noFill/>
          <a:ln/>
        </p:spPr>
        <p:txBody>
          <a:bodyPr wrap="square" lIns="0" tIns="0" rIns="0" bIns="0" rtlCol="0" anchor="ctr"/>
          <a:lstStyle/>
          <a:p>
            <a:pPr marL="0" indent="0">
              <a:buNone/>
            </a:pPr>
            <a:r>
              <a:rPr lang="en-US" sz="1600" b="1" dirty="0">
                <a:solidFill>
                  <a:srgbClr val="E3A672"/>
                </a:solidFill>
                <a:latin typeface="Calibri" pitchFamily="34" charset="0"/>
                <a:ea typeface="Calibri" pitchFamily="34" charset="-122"/>
                <a:cs typeface="Calibri" pitchFamily="34" charset="-120"/>
              </a:rPr>
              <a:t>2 Corinthians 5:17</a:t>
            </a:r>
            <a:endParaRPr lang="en-US" sz="1600" dirty="0"/>
          </a:p>
        </p:txBody>
      </p:sp>
      <p:sp>
        <p:nvSpPr>
          <p:cNvPr id="5" name="Shape 3"/>
          <p:cNvSpPr/>
          <p:nvPr/>
        </p:nvSpPr>
        <p:spPr>
          <a:xfrm>
            <a:off x="685800" y="4251960"/>
            <a:ext cx="1097280" cy="0"/>
          </a:xfrm>
          <a:prstGeom prst="line">
            <a:avLst/>
          </a:prstGeom>
          <a:noFill/>
          <a:ln w="19050">
            <a:solidFill>
              <a:srgbClr val="E3A672"/>
            </a:solidFill>
            <a:prstDash val="solid"/>
          </a:ln>
        </p:spPr>
        <p:txBody>
          <a:bodyPr/>
          <a:lstStyle/>
          <a:p>
            <a:endParaRPr lang="en-US"/>
          </a:p>
        </p:txBody>
      </p:sp>
      <p:sp>
        <p:nvSpPr>
          <p:cNvPr id="6" name="Text 4"/>
          <p:cNvSpPr/>
          <p:nvPr/>
        </p:nvSpPr>
        <p:spPr>
          <a:xfrm>
            <a:off x="685800" y="4434840"/>
            <a:ext cx="10820095" cy="914400"/>
          </a:xfrm>
          <a:prstGeom prst="rect">
            <a:avLst/>
          </a:prstGeom>
          <a:noFill/>
          <a:ln/>
        </p:spPr>
        <p:txBody>
          <a:bodyPr wrap="square" lIns="0" tIns="0" rIns="0" bIns="0" rtlCol="0" anchor="t"/>
          <a:lstStyle/>
          <a:p>
            <a:pPr marL="0" indent="0">
              <a:lnSpc>
                <a:spcPct val="112000"/>
              </a:lnSpc>
              <a:buNone/>
            </a:pPr>
            <a:r>
              <a:rPr lang="en-US" sz="1700" dirty="0">
                <a:solidFill>
                  <a:srgbClr val="C3CBC8"/>
                </a:solidFill>
                <a:latin typeface="Calibri" pitchFamily="34" charset="0"/>
                <a:ea typeface="Calibri" pitchFamily="34" charset="-122"/>
                <a:cs typeface="Calibri" pitchFamily="34" charset="-120"/>
              </a:rPr>
              <a:t>The old life was buried in the water. The life you live now, you live by faith in the Son of God.  </a:t>
            </a:r>
            <a:r>
              <a:rPr lang="en-US" sz="1700" b="1" dirty="0">
                <a:solidFill>
                  <a:srgbClr val="E3A672"/>
                </a:solidFill>
                <a:latin typeface="Calibri" pitchFamily="34" charset="0"/>
                <a:ea typeface="Calibri" pitchFamily="34" charset="-122"/>
                <a:cs typeface="Calibri" pitchFamily="34" charset="-120"/>
              </a:rPr>
              <a:t>Galatians 2:20</a:t>
            </a:r>
            <a:endParaRPr lang="en-US" sz="1700" dirty="0"/>
          </a:p>
        </p:txBody>
      </p:sp>
      <p:sp>
        <p:nvSpPr>
          <p:cNvPr id="7" name="Text 5"/>
          <p:cNvSpPr/>
          <p:nvPr/>
        </p:nvSpPr>
        <p:spPr>
          <a:xfrm>
            <a:off x="685800" y="6400800"/>
            <a:ext cx="5486400" cy="274320"/>
          </a:xfrm>
          <a:prstGeom prst="rect">
            <a:avLst/>
          </a:prstGeom>
          <a:noFill/>
          <a:ln/>
        </p:spPr>
        <p:txBody>
          <a:bodyPr wrap="square" lIns="0" tIns="0" rIns="0" bIns="0" rtlCol="0" anchor="ctr"/>
          <a:lstStyle/>
          <a:p>
            <a:pPr marL="0" indent="0">
              <a:buNone/>
            </a:pPr>
            <a:r>
              <a:rPr lang="en-US" sz="1000" dirty="0">
                <a:solidFill>
                  <a:srgbClr val="C3CBC8"/>
                </a:solidFill>
                <a:latin typeface="Calibri" pitchFamily="34" charset="0"/>
                <a:ea typeface="Calibri" pitchFamily="34" charset="-122"/>
                <a:cs typeface="Calibri" pitchFamily="34" charset="-120"/>
              </a:rPr>
              <a:t>Welcome to the Family of God</a:t>
            </a:r>
            <a:endParaRPr lang="en-US" sz="1000" dirty="0"/>
          </a:p>
        </p:txBody>
      </p:sp>
      <p:sp>
        <p:nvSpPr>
          <p:cNvPr id="8" name="Text 6"/>
          <p:cNvSpPr/>
          <p:nvPr/>
        </p:nvSpPr>
        <p:spPr>
          <a:xfrm>
            <a:off x="10591495" y="6400800"/>
            <a:ext cx="914400" cy="274320"/>
          </a:xfrm>
          <a:prstGeom prst="rect">
            <a:avLst/>
          </a:prstGeom>
          <a:noFill/>
          <a:ln/>
        </p:spPr>
        <p:txBody>
          <a:bodyPr wrap="square" lIns="0" tIns="0" rIns="0" bIns="0" rtlCol="0" anchor="ctr"/>
          <a:lstStyle/>
          <a:p>
            <a:pPr marL="0" indent="0" algn="r">
              <a:buNone/>
            </a:pPr>
            <a:r>
              <a:rPr lang="en-US" sz="1000" dirty="0">
                <a:solidFill>
                  <a:srgbClr val="C3CBC8"/>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2EA"/>
        </a:solidFill>
        <a:effectLst/>
      </p:bgPr>
    </p:bg>
    <p:spTree>
      <p:nvGrpSpPr>
        <p:cNvPr id="1" name=""/>
        <p:cNvGrpSpPr/>
        <p:nvPr/>
      </p:nvGrpSpPr>
      <p:grpSpPr>
        <a:xfrm>
          <a:off x="0" y="0"/>
          <a:ext cx="0" cy="0"/>
          <a:chOff x="0" y="0"/>
          <a:chExt cx="0" cy="0"/>
        </a:xfrm>
      </p:grpSpPr>
      <p:sp>
        <p:nvSpPr>
          <p:cNvPr id="2" name="Text 0"/>
          <p:cNvSpPr/>
          <p:nvPr/>
        </p:nvSpPr>
        <p:spPr>
          <a:xfrm>
            <a:off x="685800" y="502920"/>
            <a:ext cx="10820095" cy="274320"/>
          </a:xfrm>
          <a:prstGeom prst="rect">
            <a:avLst/>
          </a:prstGeom>
          <a:noFill/>
          <a:ln/>
        </p:spPr>
        <p:txBody>
          <a:bodyPr wrap="square" lIns="0" tIns="0" rIns="0" bIns="0" rtlCol="0" anchor="ctr"/>
          <a:lstStyle/>
          <a:p>
            <a:pPr marL="0" indent="0">
              <a:buNone/>
            </a:pPr>
            <a:r>
              <a:rPr lang="en-US" sz="1200" b="1" kern="0" spc="300" dirty="0">
                <a:solidFill>
                  <a:srgbClr val="8F4519"/>
                </a:solidFill>
                <a:latin typeface="Calibri" pitchFamily="34" charset="0"/>
                <a:ea typeface="Calibri" pitchFamily="34" charset="-122"/>
                <a:cs typeface="Calibri" pitchFamily="34" charset="-120"/>
              </a:rPr>
              <a:t>LESSON 1 · THE HOLY SPIRIT</a:t>
            </a:r>
            <a:endParaRPr lang="en-US" sz="1200" dirty="0"/>
          </a:p>
        </p:txBody>
      </p:sp>
      <p:sp>
        <p:nvSpPr>
          <p:cNvPr id="3" name="Text 1"/>
          <p:cNvSpPr/>
          <p:nvPr/>
        </p:nvSpPr>
        <p:spPr>
          <a:xfrm>
            <a:off x="685800" y="822960"/>
            <a:ext cx="10820095" cy="777240"/>
          </a:xfrm>
          <a:prstGeom prst="rect">
            <a:avLst/>
          </a:prstGeom>
          <a:noFill/>
          <a:ln/>
        </p:spPr>
        <p:txBody>
          <a:bodyPr wrap="square" lIns="0" tIns="0" rIns="0" bIns="0" rtlCol="0" anchor="t"/>
          <a:lstStyle/>
          <a:p>
            <a:pPr marL="0" indent="0">
              <a:buNone/>
            </a:pPr>
            <a:r>
              <a:rPr lang="en-US" sz="3400" b="1" dirty="0">
                <a:solidFill>
                  <a:srgbClr val="22201C"/>
                </a:solidFill>
                <a:latin typeface="Georgia" pitchFamily="34" charset="0"/>
                <a:ea typeface="Georgia" pitchFamily="34" charset="-122"/>
                <a:cs typeface="Georgia" pitchFamily="34" charset="-120"/>
              </a:rPr>
              <a:t>The gift you received</a:t>
            </a:r>
            <a:endParaRPr lang="en-US" sz="3400" dirty="0"/>
          </a:p>
        </p:txBody>
      </p:sp>
      <p:sp>
        <p:nvSpPr>
          <p:cNvPr id="4" name="Text 2"/>
          <p:cNvSpPr/>
          <p:nvPr/>
        </p:nvSpPr>
        <p:spPr>
          <a:xfrm>
            <a:off x="685800" y="6400800"/>
            <a:ext cx="5486400" cy="274320"/>
          </a:xfrm>
          <a:prstGeom prst="rect">
            <a:avLst/>
          </a:prstGeom>
          <a:noFill/>
          <a:ln/>
        </p:spPr>
        <p:txBody>
          <a:bodyPr wrap="square" lIns="0" tIns="0" rIns="0" bIns="0" rtlCol="0" anchor="ctr"/>
          <a:lstStyle/>
          <a:p>
            <a:pPr marL="0" indent="0">
              <a:buNone/>
            </a:pPr>
            <a:r>
              <a:rPr lang="en-US" sz="1000" dirty="0">
                <a:solidFill>
                  <a:srgbClr val="5C574F"/>
                </a:solidFill>
                <a:latin typeface="Calibri" pitchFamily="34" charset="0"/>
                <a:ea typeface="Calibri" pitchFamily="34" charset="-122"/>
                <a:cs typeface="Calibri" pitchFamily="34" charset="-120"/>
              </a:rPr>
              <a:t>Welcome to the Family of God</a:t>
            </a:r>
            <a:endParaRPr lang="en-US" sz="1000" dirty="0"/>
          </a:p>
        </p:txBody>
      </p:sp>
      <p:sp>
        <p:nvSpPr>
          <p:cNvPr id="5" name="Text 3"/>
          <p:cNvSpPr/>
          <p:nvPr/>
        </p:nvSpPr>
        <p:spPr>
          <a:xfrm>
            <a:off x="10591495" y="6400800"/>
            <a:ext cx="914400" cy="274320"/>
          </a:xfrm>
          <a:prstGeom prst="rect">
            <a:avLst/>
          </a:prstGeom>
          <a:noFill/>
          <a:ln/>
        </p:spPr>
        <p:txBody>
          <a:bodyPr wrap="square" lIns="0" tIns="0" rIns="0" bIns="0" rtlCol="0" anchor="ctr"/>
          <a:lstStyle/>
          <a:p>
            <a:pPr marL="0" indent="0" algn="r">
              <a:buNone/>
            </a:pPr>
            <a:r>
              <a:rPr lang="en-US" sz="1000" dirty="0">
                <a:solidFill>
                  <a:srgbClr val="5C574F"/>
                </a:solidFill>
                <a:latin typeface="Calibri" pitchFamily="34" charset="0"/>
                <a:ea typeface="Calibri" pitchFamily="34" charset="-122"/>
                <a:cs typeface="Calibri" pitchFamily="34" charset="-120"/>
              </a:rPr>
              <a:t>12</a:t>
            </a:r>
            <a:endParaRPr lang="en-US" sz="1000" dirty="0"/>
          </a:p>
        </p:txBody>
      </p:sp>
      <p:sp>
        <p:nvSpPr>
          <p:cNvPr id="6" name="Shape 4"/>
          <p:cNvSpPr/>
          <p:nvPr/>
        </p:nvSpPr>
        <p:spPr>
          <a:xfrm>
            <a:off x="685800" y="1783080"/>
            <a:ext cx="5272888" cy="0"/>
          </a:xfrm>
          <a:prstGeom prst="line">
            <a:avLst/>
          </a:prstGeom>
          <a:noFill/>
          <a:ln w="12700">
            <a:solidFill>
              <a:srgbClr val="DDD4C4"/>
            </a:solidFill>
            <a:prstDash val="solid"/>
          </a:ln>
        </p:spPr>
        <p:txBody>
          <a:bodyPr/>
          <a:lstStyle/>
          <a:p>
            <a:endParaRPr lang="en-US"/>
          </a:p>
        </p:txBody>
      </p:sp>
      <p:sp>
        <p:nvSpPr>
          <p:cNvPr id="7" name="Text 5"/>
          <p:cNvSpPr/>
          <p:nvPr/>
        </p:nvSpPr>
        <p:spPr>
          <a:xfrm>
            <a:off x="685800" y="1984248"/>
            <a:ext cx="5272888" cy="914400"/>
          </a:xfrm>
          <a:prstGeom prst="rect">
            <a:avLst/>
          </a:prstGeom>
          <a:noFill/>
          <a:ln/>
        </p:spPr>
        <p:txBody>
          <a:bodyPr wrap="square" lIns="0" tIns="0" rIns="0" bIns="0" rtlCol="0" anchor="t"/>
          <a:lstStyle/>
          <a:p>
            <a:pPr marL="0" indent="0">
              <a:lnSpc>
                <a:spcPct val="110000"/>
              </a:lnSpc>
              <a:spcAft>
                <a:spcPts val="600"/>
              </a:spcAft>
              <a:buNone/>
            </a:pPr>
            <a:r>
              <a:rPr lang="en-US" sz="1800" b="1" dirty="0">
                <a:solidFill>
                  <a:srgbClr val="22201C"/>
                </a:solidFill>
                <a:latin typeface="Calibri" pitchFamily="34" charset="0"/>
                <a:ea typeface="Calibri" pitchFamily="34" charset="-122"/>
                <a:cs typeface="Calibri" pitchFamily="34" charset="-120"/>
              </a:rPr>
              <a:t>Promised at baptism</a:t>
            </a:r>
            <a:endParaRPr lang="en-US" sz="1800" dirty="0"/>
          </a:p>
          <a:p>
            <a:pPr marL="0" indent="0">
              <a:lnSpc>
                <a:spcPct val="110000"/>
              </a:lnSpc>
              <a:buNone/>
            </a:pPr>
            <a:r>
              <a:rPr lang="en-US" sz="1500" dirty="0">
                <a:solidFill>
                  <a:srgbClr val="5C574F"/>
                </a:solidFill>
                <a:latin typeface="Calibri" pitchFamily="34" charset="0"/>
                <a:ea typeface="Calibri" pitchFamily="34" charset="-122"/>
                <a:cs typeface="Calibri" pitchFamily="34" charset="-120"/>
              </a:rPr>
              <a:t>The gift of the Holy Spirit is for all who repent and are baptized.</a:t>
            </a:r>
            <a:endParaRPr lang="en-US" sz="1800" dirty="0"/>
          </a:p>
        </p:txBody>
      </p:sp>
      <p:sp>
        <p:nvSpPr>
          <p:cNvPr id="8" name="Text 6"/>
          <p:cNvSpPr/>
          <p:nvPr/>
        </p:nvSpPr>
        <p:spPr>
          <a:xfrm>
            <a:off x="685800" y="2926080"/>
            <a:ext cx="5272888" cy="274320"/>
          </a:xfrm>
          <a:prstGeom prst="rect">
            <a:avLst/>
          </a:prstGeom>
          <a:noFill/>
          <a:ln/>
        </p:spPr>
        <p:txBody>
          <a:bodyPr wrap="square" lIns="0" tIns="0" rIns="0" bIns="0" rtlCol="0" anchor="b"/>
          <a:lstStyle/>
          <a:p>
            <a:pPr marL="0" indent="0">
              <a:buNone/>
            </a:pPr>
            <a:r>
              <a:rPr lang="en-US" sz="1300" b="1" dirty="0">
                <a:solidFill>
                  <a:srgbClr val="8F4519"/>
                </a:solidFill>
                <a:latin typeface="Calibri" pitchFamily="34" charset="0"/>
                <a:ea typeface="Calibri" pitchFamily="34" charset="-122"/>
                <a:cs typeface="Calibri" pitchFamily="34" charset="-120"/>
              </a:rPr>
              <a:t>Acts 2:38–39; 5:32</a:t>
            </a:r>
            <a:endParaRPr lang="en-US" sz="1300" dirty="0"/>
          </a:p>
        </p:txBody>
      </p:sp>
      <p:sp>
        <p:nvSpPr>
          <p:cNvPr id="9" name="Shape 7"/>
          <p:cNvSpPr/>
          <p:nvPr/>
        </p:nvSpPr>
        <p:spPr>
          <a:xfrm>
            <a:off x="6233008" y="1783080"/>
            <a:ext cx="5272888" cy="0"/>
          </a:xfrm>
          <a:prstGeom prst="line">
            <a:avLst/>
          </a:prstGeom>
          <a:noFill/>
          <a:ln w="12700">
            <a:solidFill>
              <a:srgbClr val="DDD4C4"/>
            </a:solidFill>
            <a:prstDash val="solid"/>
          </a:ln>
        </p:spPr>
        <p:txBody>
          <a:bodyPr/>
          <a:lstStyle/>
          <a:p>
            <a:endParaRPr lang="en-US"/>
          </a:p>
        </p:txBody>
      </p:sp>
      <p:sp>
        <p:nvSpPr>
          <p:cNvPr id="10" name="Text 8"/>
          <p:cNvSpPr/>
          <p:nvPr/>
        </p:nvSpPr>
        <p:spPr>
          <a:xfrm>
            <a:off x="6233008" y="1984248"/>
            <a:ext cx="5272888" cy="914400"/>
          </a:xfrm>
          <a:prstGeom prst="rect">
            <a:avLst/>
          </a:prstGeom>
          <a:noFill/>
          <a:ln/>
        </p:spPr>
        <p:txBody>
          <a:bodyPr wrap="square" lIns="0" tIns="0" rIns="0" bIns="0" rtlCol="0" anchor="t"/>
          <a:lstStyle/>
          <a:p>
            <a:pPr marL="0" indent="0">
              <a:lnSpc>
                <a:spcPct val="110000"/>
              </a:lnSpc>
              <a:spcAft>
                <a:spcPts val="600"/>
              </a:spcAft>
              <a:buNone/>
            </a:pPr>
            <a:r>
              <a:rPr lang="en-US" sz="1800" b="1" dirty="0">
                <a:solidFill>
                  <a:srgbClr val="22201C"/>
                </a:solidFill>
                <a:latin typeface="Calibri" pitchFamily="34" charset="0"/>
                <a:ea typeface="Calibri" pitchFamily="34" charset="-122"/>
                <a:cs typeface="Calibri" pitchFamily="34" charset="-120"/>
              </a:rPr>
              <a:t>He dwells in you</a:t>
            </a:r>
            <a:endParaRPr lang="en-US" sz="1800" dirty="0"/>
          </a:p>
          <a:p>
            <a:pPr marL="0" indent="0">
              <a:lnSpc>
                <a:spcPct val="110000"/>
              </a:lnSpc>
              <a:buNone/>
            </a:pPr>
            <a:r>
              <a:rPr lang="en-US" sz="1500" dirty="0">
                <a:solidFill>
                  <a:srgbClr val="5C574F"/>
                </a:solidFill>
                <a:latin typeface="Calibri" pitchFamily="34" charset="0"/>
                <a:ea typeface="Calibri" pitchFamily="34" charset="-122"/>
                <a:cs typeface="Calibri" pitchFamily="34" charset="-120"/>
              </a:rPr>
              <a:t>Your body is now His temple. Honor God with it.</a:t>
            </a:r>
            <a:endParaRPr lang="en-US" sz="1800" dirty="0"/>
          </a:p>
        </p:txBody>
      </p:sp>
      <p:sp>
        <p:nvSpPr>
          <p:cNvPr id="11" name="Text 9"/>
          <p:cNvSpPr/>
          <p:nvPr/>
        </p:nvSpPr>
        <p:spPr>
          <a:xfrm>
            <a:off x="6233008" y="2926080"/>
            <a:ext cx="5272888" cy="274320"/>
          </a:xfrm>
          <a:prstGeom prst="rect">
            <a:avLst/>
          </a:prstGeom>
          <a:noFill/>
          <a:ln/>
        </p:spPr>
        <p:txBody>
          <a:bodyPr wrap="square" lIns="0" tIns="0" rIns="0" bIns="0" rtlCol="0" anchor="b"/>
          <a:lstStyle/>
          <a:p>
            <a:pPr marL="0" indent="0">
              <a:buNone/>
            </a:pPr>
            <a:r>
              <a:rPr lang="en-US" sz="1300" b="1" dirty="0">
                <a:solidFill>
                  <a:srgbClr val="8F4519"/>
                </a:solidFill>
                <a:latin typeface="Calibri" pitchFamily="34" charset="0"/>
                <a:ea typeface="Calibri" pitchFamily="34" charset="-122"/>
                <a:cs typeface="Calibri" pitchFamily="34" charset="-120"/>
              </a:rPr>
              <a:t>1 Cor. 6:19–20; Romans 8:9</a:t>
            </a:r>
            <a:endParaRPr lang="en-US" sz="1300" dirty="0"/>
          </a:p>
        </p:txBody>
      </p:sp>
      <p:sp>
        <p:nvSpPr>
          <p:cNvPr id="12" name="Shape 10"/>
          <p:cNvSpPr/>
          <p:nvPr/>
        </p:nvSpPr>
        <p:spPr>
          <a:xfrm>
            <a:off x="685800" y="3611880"/>
            <a:ext cx="5272888" cy="0"/>
          </a:xfrm>
          <a:prstGeom prst="line">
            <a:avLst/>
          </a:prstGeom>
          <a:noFill/>
          <a:ln w="12700">
            <a:solidFill>
              <a:srgbClr val="DDD4C4"/>
            </a:solidFill>
            <a:prstDash val="solid"/>
          </a:ln>
        </p:spPr>
        <p:txBody>
          <a:bodyPr/>
          <a:lstStyle/>
          <a:p>
            <a:endParaRPr lang="en-US"/>
          </a:p>
        </p:txBody>
      </p:sp>
      <p:sp>
        <p:nvSpPr>
          <p:cNvPr id="13" name="Text 11"/>
          <p:cNvSpPr/>
          <p:nvPr/>
        </p:nvSpPr>
        <p:spPr>
          <a:xfrm>
            <a:off x="685800" y="3813048"/>
            <a:ext cx="5272888" cy="914400"/>
          </a:xfrm>
          <a:prstGeom prst="rect">
            <a:avLst/>
          </a:prstGeom>
          <a:noFill/>
          <a:ln/>
        </p:spPr>
        <p:txBody>
          <a:bodyPr wrap="square" lIns="0" tIns="0" rIns="0" bIns="0" rtlCol="0" anchor="t"/>
          <a:lstStyle/>
          <a:p>
            <a:pPr marL="0" indent="0">
              <a:lnSpc>
                <a:spcPct val="110000"/>
              </a:lnSpc>
              <a:spcAft>
                <a:spcPts val="600"/>
              </a:spcAft>
              <a:buNone/>
            </a:pPr>
            <a:r>
              <a:rPr lang="en-US" sz="1800" b="1" dirty="0">
                <a:solidFill>
                  <a:srgbClr val="22201C"/>
                </a:solidFill>
                <a:latin typeface="Calibri" pitchFamily="34" charset="0"/>
                <a:ea typeface="Calibri" pitchFamily="34" charset="-122"/>
                <a:cs typeface="Calibri" pitchFamily="34" charset="-120"/>
              </a:rPr>
              <a:t>He leads through the Word</a:t>
            </a:r>
            <a:endParaRPr lang="en-US" sz="1800" dirty="0"/>
          </a:p>
          <a:p>
            <a:pPr marL="0" indent="0">
              <a:lnSpc>
                <a:spcPct val="110000"/>
              </a:lnSpc>
              <a:buNone/>
            </a:pPr>
            <a:r>
              <a:rPr lang="en-US" sz="1500" dirty="0">
                <a:solidFill>
                  <a:srgbClr val="5C574F"/>
                </a:solidFill>
                <a:latin typeface="Calibri" pitchFamily="34" charset="0"/>
                <a:ea typeface="Calibri" pitchFamily="34" charset="-122"/>
                <a:cs typeface="Calibri" pitchFamily="34" charset="-120"/>
              </a:rPr>
              <a:t>The sword of the Spirit is the Word of God, not a feeling.</a:t>
            </a:r>
            <a:endParaRPr lang="en-US" sz="1800" dirty="0"/>
          </a:p>
        </p:txBody>
      </p:sp>
      <p:sp>
        <p:nvSpPr>
          <p:cNvPr id="14" name="Text 12"/>
          <p:cNvSpPr/>
          <p:nvPr/>
        </p:nvSpPr>
        <p:spPr>
          <a:xfrm>
            <a:off x="685800" y="4754880"/>
            <a:ext cx="5272888" cy="274320"/>
          </a:xfrm>
          <a:prstGeom prst="rect">
            <a:avLst/>
          </a:prstGeom>
          <a:noFill/>
          <a:ln/>
        </p:spPr>
        <p:txBody>
          <a:bodyPr wrap="square" lIns="0" tIns="0" rIns="0" bIns="0" rtlCol="0" anchor="b"/>
          <a:lstStyle/>
          <a:p>
            <a:pPr marL="0" indent="0">
              <a:buNone/>
            </a:pPr>
            <a:r>
              <a:rPr lang="en-US" sz="1300" b="1" dirty="0">
                <a:solidFill>
                  <a:srgbClr val="8F4519"/>
                </a:solidFill>
                <a:latin typeface="Calibri" pitchFamily="34" charset="0"/>
                <a:ea typeface="Calibri" pitchFamily="34" charset="-122"/>
                <a:cs typeface="Calibri" pitchFamily="34" charset="-120"/>
              </a:rPr>
              <a:t>Ephesians 6:17; John 16:13</a:t>
            </a:r>
            <a:endParaRPr lang="en-US" sz="1300" dirty="0"/>
          </a:p>
        </p:txBody>
      </p:sp>
      <p:sp>
        <p:nvSpPr>
          <p:cNvPr id="15" name="Shape 13"/>
          <p:cNvSpPr/>
          <p:nvPr/>
        </p:nvSpPr>
        <p:spPr>
          <a:xfrm>
            <a:off x="6233008" y="3611880"/>
            <a:ext cx="5272888" cy="0"/>
          </a:xfrm>
          <a:prstGeom prst="line">
            <a:avLst/>
          </a:prstGeom>
          <a:noFill/>
          <a:ln w="12700">
            <a:solidFill>
              <a:srgbClr val="DDD4C4"/>
            </a:solidFill>
            <a:prstDash val="solid"/>
          </a:ln>
        </p:spPr>
        <p:txBody>
          <a:bodyPr/>
          <a:lstStyle/>
          <a:p>
            <a:endParaRPr lang="en-US"/>
          </a:p>
        </p:txBody>
      </p:sp>
      <p:sp>
        <p:nvSpPr>
          <p:cNvPr id="16" name="Text 14"/>
          <p:cNvSpPr/>
          <p:nvPr/>
        </p:nvSpPr>
        <p:spPr>
          <a:xfrm>
            <a:off x="6233008" y="3813048"/>
            <a:ext cx="5272888" cy="914400"/>
          </a:xfrm>
          <a:prstGeom prst="rect">
            <a:avLst/>
          </a:prstGeom>
          <a:noFill/>
          <a:ln/>
        </p:spPr>
        <p:txBody>
          <a:bodyPr wrap="square" lIns="0" tIns="0" rIns="0" bIns="0" rtlCol="0" anchor="t"/>
          <a:lstStyle/>
          <a:p>
            <a:pPr marL="0" indent="0">
              <a:lnSpc>
                <a:spcPct val="110000"/>
              </a:lnSpc>
              <a:spcAft>
                <a:spcPts val="600"/>
              </a:spcAft>
              <a:buNone/>
            </a:pPr>
            <a:r>
              <a:rPr lang="en-US" sz="1800" b="1" dirty="0">
                <a:solidFill>
                  <a:srgbClr val="22201C"/>
                </a:solidFill>
                <a:latin typeface="Calibri" pitchFamily="34" charset="0"/>
                <a:ea typeface="Calibri" pitchFamily="34" charset="-122"/>
                <a:cs typeface="Calibri" pitchFamily="34" charset="-120"/>
              </a:rPr>
              <a:t>Miracles confirmed the Word</a:t>
            </a:r>
            <a:endParaRPr lang="en-US" sz="1800" dirty="0"/>
          </a:p>
          <a:p>
            <a:pPr marL="0" indent="0">
              <a:lnSpc>
                <a:spcPct val="110000"/>
              </a:lnSpc>
              <a:buNone/>
            </a:pPr>
            <a:r>
              <a:rPr lang="en-US" sz="1500" dirty="0">
                <a:solidFill>
                  <a:srgbClr val="5C574F"/>
                </a:solidFill>
                <a:latin typeface="Calibri" pitchFamily="34" charset="0"/>
                <a:ea typeface="Calibri" pitchFamily="34" charset="-122"/>
                <a:cs typeface="Calibri" pitchFamily="34" charset="-120"/>
              </a:rPr>
              <a:t>Signs confirmed the message until it was complete.</a:t>
            </a:r>
            <a:endParaRPr lang="en-US" sz="1800" dirty="0"/>
          </a:p>
        </p:txBody>
      </p:sp>
      <p:sp>
        <p:nvSpPr>
          <p:cNvPr id="17" name="Text 15"/>
          <p:cNvSpPr/>
          <p:nvPr/>
        </p:nvSpPr>
        <p:spPr>
          <a:xfrm>
            <a:off x="6233008" y="4754880"/>
            <a:ext cx="5272888" cy="274320"/>
          </a:xfrm>
          <a:prstGeom prst="rect">
            <a:avLst/>
          </a:prstGeom>
          <a:noFill/>
          <a:ln/>
        </p:spPr>
        <p:txBody>
          <a:bodyPr wrap="square" lIns="0" tIns="0" rIns="0" bIns="0" rtlCol="0" anchor="b"/>
          <a:lstStyle/>
          <a:p>
            <a:pPr marL="0" indent="0">
              <a:buNone/>
            </a:pPr>
            <a:r>
              <a:rPr lang="en-US" sz="1300" b="1" dirty="0">
                <a:solidFill>
                  <a:srgbClr val="8F4519"/>
                </a:solidFill>
                <a:latin typeface="Calibri" pitchFamily="34" charset="0"/>
                <a:ea typeface="Calibri" pitchFamily="34" charset="-122"/>
                <a:cs typeface="Calibri" pitchFamily="34" charset="-120"/>
              </a:rPr>
              <a:t>Mark 16:20; Heb. 2:3–4; 1 Cor. 13:8–10</a:t>
            </a:r>
            <a:endParaRPr lang="en-US" sz="1300" dirty="0"/>
          </a:p>
        </p:txBody>
      </p:sp>
      <p:sp>
        <p:nvSpPr>
          <p:cNvPr id="18" name="Shape 16"/>
          <p:cNvSpPr/>
          <p:nvPr/>
        </p:nvSpPr>
        <p:spPr>
          <a:xfrm>
            <a:off x="685800" y="5486400"/>
            <a:ext cx="10820095" cy="0"/>
          </a:xfrm>
          <a:prstGeom prst="line">
            <a:avLst/>
          </a:prstGeom>
          <a:noFill/>
          <a:ln w="12700">
            <a:solidFill>
              <a:srgbClr val="8F4519"/>
            </a:solidFill>
            <a:prstDash val="solid"/>
          </a:ln>
        </p:spPr>
        <p:txBody>
          <a:bodyPr/>
          <a:lstStyle/>
          <a:p>
            <a:endParaRPr lang="en-US"/>
          </a:p>
        </p:txBody>
      </p:sp>
      <p:sp>
        <p:nvSpPr>
          <p:cNvPr id="19" name="Text 17"/>
          <p:cNvSpPr/>
          <p:nvPr/>
        </p:nvSpPr>
        <p:spPr>
          <a:xfrm>
            <a:off x="685800" y="5559552"/>
            <a:ext cx="10820095" cy="585216"/>
          </a:xfrm>
          <a:prstGeom prst="rect">
            <a:avLst/>
          </a:prstGeom>
          <a:noFill/>
          <a:ln/>
        </p:spPr>
        <p:txBody>
          <a:bodyPr wrap="square" lIns="0" tIns="0" rIns="0" bIns="0" rtlCol="0" anchor="ctr"/>
          <a:lstStyle/>
          <a:p>
            <a:pPr marL="0" indent="0">
              <a:buNone/>
            </a:pPr>
            <a:r>
              <a:rPr lang="en-US" sz="1200" b="1" kern="0" spc="200" dirty="0">
                <a:solidFill>
                  <a:srgbClr val="8F4519"/>
                </a:solidFill>
                <a:latin typeface="Calibri" pitchFamily="34" charset="0"/>
                <a:ea typeface="Calibri" pitchFamily="34" charset="-122"/>
                <a:cs typeface="Calibri" pitchFamily="34" charset="-120"/>
              </a:rPr>
              <a:t>TODAY   </a:t>
            </a:r>
            <a:r>
              <a:rPr lang="en-US" sz="1500" dirty="0">
                <a:solidFill>
                  <a:srgbClr val="22201C"/>
                </a:solidFill>
                <a:latin typeface="Calibri" pitchFamily="34" charset="0"/>
                <a:ea typeface="Calibri" pitchFamily="34" charset="-122"/>
                <a:cs typeface="Calibri" pitchFamily="34" charset="-120"/>
              </a:rPr>
              <a:t>Feelings rise and fall with sleep and circumstance. Test everything by the Word.  1 John 4:1</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2EA"/>
        </a:solidFill>
        <a:effectLst/>
      </p:bgPr>
    </p:bg>
    <p:spTree>
      <p:nvGrpSpPr>
        <p:cNvPr id="1" name=""/>
        <p:cNvGrpSpPr/>
        <p:nvPr/>
      </p:nvGrpSpPr>
      <p:grpSpPr>
        <a:xfrm>
          <a:off x="0" y="0"/>
          <a:ext cx="0" cy="0"/>
          <a:chOff x="0" y="0"/>
          <a:chExt cx="0" cy="0"/>
        </a:xfrm>
      </p:grpSpPr>
      <p:sp>
        <p:nvSpPr>
          <p:cNvPr id="2" name="Text 0"/>
          <p:cNvSpPr/>
          <p:nvPr/>
        </p:nvSpPr>
        <p:spPr>
          <a:xfrm>
            <a:off x="685800" y="502920"/>
            <a:ext cx="10820095" cy="274320"/>
          </a:xfrm>
          <a:prstGeom prst="rect">
            <a:avLst/>
          </a:prstGeom>
          <a:noFill/>
          <a:ln/>
        </p:spPr>
        <p:txBody>
          <a:bodyPr wrap="square" lIns="0" tIns="0" rIns="0" bIns="0" rtlCol="0" anchor="ctr"/>
          <a:lstStyle/>
          <a:p>
            <a:pPr marL="0" indent="0">
              <a:buNone/>
            </a:pPr>
            <a:r>
              <a:rPr lang="en-US" sz="1200" b="1" kern="0" spc="300" dirty="0">
                <a:solidFill>
                  <a:srgbClr val="8F4519"/>
                </a:solidFill>
                <a:latin typeface="Calibri" pitchFamily="34" charset="0"/>
                <a:ea typeface="Calibri" pitchFamily="34" charset="-122"/>
                <a:cs typeface="Calibri" pitchFamily="34" charset="-120"/>
              </a:rPr>
              <a:t>END OF LESSON 1 · CHECK YOURSELF</a:t>
            </a:r>
            <a:endParaRPr lang="en-US" sz="1200" dirty="0"/>
          </a:p>
        </p:txBody>
      </p:sp>
      <p:sp>
        <p:nvSpPr>
          <p:cNvPr id="3" name="Text 1"/>
          <p:cNvSpPr/>
          <p:nvPr/>
        </p:nvSpPr>
        <p:spPr>
          <a:xfrm>
            <a:off x="685800" y="822960"/>
            <a:ext cx="10820095" cy="777240"/>
          </a:xfrm>
          <a:prstGeom prst="rect">
            <a:avLst/>
          </a:prstGeom>
          <a:noFill/>
          <a:ln/>
        </p:spPr>
        <p:txBody>
          <a:bodyPr wrap="square" lIns="0" tIns="0" rIns="0" bIns="0" rtlCol="0" anchor="t"/>
          <a:lstStyle/>
          <a:p>
            <a:pPr marL="0" indent="0">
              <a:buNone/>
            </a:pPr>
            <a:r>
              <a:rPr lang="en-US" sz="3400" b="1" dirty="0">
                <a:solidFill>
                  <a:srgbClr val="22201C"/>
                </a:solidFill>
                <a:latin typeface="Georgia" pitchFamily="34" charset="0"/>
                <a:ea typeface="Georgia" pitchFamily="34" charset="-122"/>
                <a:cs typeface="Georgia" pitchFamily="34" charset="-120"/>
              </a:rPr>
              <a:t>Answer from your Bible</a:t>
            </a:r>
            <a:endParaRPr lang="en-US" sz="3400" dirty="0"/>
          </a:p>
        </p:txBody>
      </p:sp>
      <p:sp>
        <p:nvSpPr>
          <p:cNvPr id="4" name="Text 2"/>
          <p:cNvSpPr/>
          <p:nvPr/>
        </p:nvSpPr>
        <p:spPr>
          <a:xfrm>
            <a:off x="685800" y="6400800"/>
            <a:ext cx="5486400" cy="274320"/>
          </a:xfrm>
          <a:prstGeom prst="rect">
            <a:avLst/>
          </a:prstGeom>
          <a:noFill/>
          <a:ln/>
        </p:spPr>
        <p:txBody>
          <a:bodyPr wrap="square" lIns="0" tIns="0" rIns="0" bIns="0" rtlCol="0" anchor="ctr"/>
          <a:lstStyle/>
          <a:p>
            <a:pPr marL="0" indent="0">
              <a:buNone/>
            </a:pPr>
            <a:r>
              <a:rPr lang="en-US" sz="1000" dirty="0">
                <a:solidFill>
                  <a:srgbClr val="5C574F"/>
                </a:solidFill>
                <a:latin typeface="Calibri" pitchFamily="34" charset="0"/>
                <a:ea typeface="Calibri" pitchFamily="34" charset="-122"/>
                <a:cs typeface="Calibri" pitchFamily="34" charset="-120"/>
              </a:rPr>
              <a:t>Welcome to the Family of God</a:t>
            </a:r>
            <a:endParaRPr lang="en-US" sz="1000" dirty="0"/>
          </a:p>
        </p:txBody>
      </p:sp>
      <p:sp>
        <p:nvSpPr>
          <p:cNvPr id="5" name="Text 3"/>
          <p:cNvSpPr/>
          <p:nvPr/>
        </p:nvSpPr>
        <p:spPr>
          <a:xfrm>
            <a:off x="10591495" y="6400800"/>
            <a:ext cx="914400" cy="274320"/>
          </a:xfrm>
          <a:prstGeom prst="rect">
            <a:avLst/>
          </a:prstGeom>
          <a:noFill/>
          <a:ln/>
        </p:spPr>
        <p:txBody>
          <a:bodyPr wrap="square" lIns="0" tIns="0" rIns="0" bIns="0" rtlCol="0" anchor="ctr"/>
          <a:lstStyle/>
          <a:p>
            <a:pPr marL="0" indent="0" algn="r">
              <a:buNone/>
            </a:pPr>
            <a:r>
              <a:rPr lang="en-US" sz="1000" dirty="0">
                <a:solidFill>
                  <a:srgbClr val="5C574F"/>
                </a:solidFill>
                <a:latin typeface="Calibri" pitchFamily="34" charset="0"/>
                <a:ea typeface="Calibri" pitchFamily="34" charset="-122"/>
                <a:cs typeface="Calibri" pitchFamily="34" charset="-120"/>
              </a:rPr>
              <a:t>13</a:t>
            </a:r>
            <a:endParaRPr lang="en-US" sz="1000" dirty="0"/>
          </a:p>
        </p:txBody>
      </p:sp>
      <p:sp>
        <p:nvSpPr>
          <p:cNvPr id="6" name="Shape 4"/>
          <p:cNvSpPr/>
          <p:nvPr/>
        </p:nvSpPr>
        <p:spPr>
          <a:xfrm>
            <a:off x="685800" y="1783080"/>
            <a:ext cx="5272888" cy="0"/>
          </a:xfrm>
          <a:prstGeom prst="line">
            <a:avLst/>
          </a:prstGeom>
          <a:noFill/>
          <a:ln w="12700">
            <a:solidFill>
              <a:srgbClr val="DDD4C4"/>
            </a:solidFill>
            <a:prstDash val="solid"/>
          </a:ln>
        </p:spPr>
        <p:txBody>
          <a:bodyPr/>
          <a:lstStyle/>
          <a:p>
            <a:endParaRPr lang="en-US"/>
          </a:p>
        </p:txBody>
      </p:sp>
      <p:sp>
        <p:nvSpPr>
          <p:cNvPr id="7" name="Text 5"/>
          <p:cNvSpPr/>
          <p:nvPr/>
        </p:nvSpPr>
        <p:spPr>
          <a:xfrm>
            <a:off x="685800" y="1965960"/>
            <a:ext cx="457200" cy="502920"/>
          </a:xfrm>
          <a:prstGeom prst="rect">
            <a:avLst/>
          </a:prstGeom>
          <a:noFill/>
          <a:ln/>
        </p:spPr>
        <p:txBody>
          <a:bodyPr wrap="square" lIns="0" tIns="0" rIns="0" bIns="0" rtlCol="0" anchor="t"/>
          <a:lstStyle/>
          <a:p>
            <a:pPr marL="0" indent="0">
              <a:buNone/>
            </a:pPr>
            <a:r>
              <a:rPr lang="en-US" sz="2800" b="1" dirty="0">
                <a:solidFill>
                  <a:srgbClr val="8F4519"/>
                </a:solidFill>
                <a:latin typeface="Georgia" pitchFamily="34" charset="0"/>
                <a:ea typeface="Georgia" pitchFamily="34" charset="-122"/>
                <a:cs typeface="Georgia" pitchFamily="34" charset="-120"/>
              </a:rPr>
              <a:t>1</a:t>
            </a:r>
            <a:endParaRPr lang="en-US" sz="2800" dirty="0"/>
          </a:p>
        </p:txBody>
      </p:sp>
      <p:sp>
        <p:nvSpPr>
          <p:cNvPr id="8" name="Text 6"/>
          <p:cNvSpPr/>
          <p:nvPr/>
        </p:nvSpPr>
        <p:spPr>
          <a:xfrm>
            <a:off x="1234440" y="2002536"/>
            <a:ext cx="4724248" cy="594360"/>
          </a:xfrm>
          <a:prstGeom prst="rect">
            <a:avLst/>
          </a:prstGeom>
          <a:noFill/>
          <a:ln/>
        </p:spPr>
        <p:txBody>
          <a:bodyPr wrap="square" lIns="0" tIns="0" rIns="0" bIns="0" rtlCol="0" anchor="t"/>
          <a:lstStyle/>
          <a:p>
            <a:pPr marL="0" indent="0">
              <a:buNone/>
            </a:pPr>
            <a:r>
              <a:rPr lang="en-US" sz="1700" b="1" dirty="0">
                <a:solidFill>
                  <a:srgbClr val="22201C"/>
                </a:solidFill>
                <a:latin typeface="Calibri" pitchFamily="34" charset="0"/>
                <a:ea typeface="Calibri" pitchFamily="34" charset="-122"/>
                <a:cs typeface="Calibri" pitchFamily="34" charset="-120"/>
              </a:rPr>
              <a:t>What did baptism do with your sins?</a:t>
            </a:r>
            <a:endParaRPr lang="en-US" sz="1700" dirty="0"/>
          </a:p>
        </p:txBody>
      </p:sp>
      <p:sp>
        <p:nvSpPr>
          <p:cNvPr id="9" name="Text 7"/>
          <p:cNvSpPr/>
          <p:nvPr/>
        </p:nvSpPr>
        <p:spPr>
          <a:xfrm>
            <a:off x="1234440" y="2624328"/>
            <a:ext cx="4724248" cy="274320"/>
          </a:xfrm>
          <a:prstGeom prst="rect">
            <a:avLst/>
          </a:prstGeom>
          <a:noFill/>
          <a:ln/>
        </p:spPr>
        <p:txBody>
          <a:bodyPr wrap="square" lIns="0" tIns="0" rIns="0" bIns="0" rtlCol="0" anchor="ctr"/>
          <a:lstStyle/>
          <a:p>
            <a:pPr marL="0" indent="0">
              <a:buNone/>
            </a:pPr>
            <a:r>
              <a:rPr lang="en-US" sz="1400" b="1" dirty="0">
                <a:solidFill>
                  <a:srgbClr val="8F4519"/>
                </a:solidFill>
                <a:latin typeface="Calibri" pitchFamily="34" charset="0"/>
                <a:ea typeface="Calibri" pitchFamily="34" charset="-122"/>
                <a:cs typeface="Calibri" pitchFamily="34" charset="-120"/>
              </a:rPr>
              <a:t>Read: Acts 22:16</a:t>
            </a:r>
            <a:endParaRPr lang="en-US" sz="1400" dirty="0"/>
          </a:p>
        </p:txBody>
      </p:sp>
      <p:sp>
        <p:nvSpPr>
          <p:cNvPr id="10" name="Shape 8"/>
          <p:cNvSpPr/>
          <p:nvPr/>
        </p:nvSpPr>
        <p:spPr>
          <a:xfrm>
            <a:off x="1234440" y="3200400"/>
            <a:ext cx="4724248" cy="0"/>
          </a:xfrm>
          <a:prstGeom prst="line">
            <a:avLst/>
          </a:prstGeom>
          <a:noFill/>
          <a:ln w="12700">
            <a:solidFill>
              <a:srgbClr val="DDD4C4"/>
            </a:solidFill>
            <a:prstDash val="dash"/>
          </a:ln>
        </p:spPr>
        <p:txBody>
          <a:bodyPr/>
          <a:lstStyle/>
          <a:p>
            <a:endParaRPr lang="en-US"/>
          </a:p>
        </p:txBody>
      </p:sp>
      <p:sp>
        <p:nvSpPr>
          <p:cNvPr id="11" name="Shape 9"/>
          <p:cNvSpPr/>
          <p:nvPr/>
        </p:nvSpPr>
        <p:spPr>
          <a:xfrm>
            <a:off x="6233008" y="1783080"/>
            <a:ext cx="5272888" cy="0"/>
          </a:xfrm>
          <a:prstGeom prst="line">
            <a:avLst/>
          </a:prstGeom>
          <a:noFill/>
          <a:ln w="12700">
            <a:solidFill>
              <a:srgbClr val="DDD4C4"/>
            </a:solidFill>
            <a:prstDash val="solid"/>
          </a:ln>
        </p:spPr>
        <p:txBody>
          <a:bodyPr/>
          <a:lstStyle/>
          <a:p>
            <a:endParaRPr lang="en-US"/>
          </a:p>
        </p:txBody>
      </p:sp>
      <p:sp>
        <p:nvSpPr>
          <p:cNvPr id="12" name="Text 10"/>
          <p:cNvSpPr/>
          <p:nvPr/>
        </p:nvSpPr>
        <p:spPr>
          <a:xfrm>
            <a:off x="6233008" y="1965960"/>
            <a:ext cx="457200" cy="502920"/>
          </a:xfrm>
          <a:prstGeom prst="rect">
            <a:avLst/>
          </a:prstGeom>
          <a:noFill/>
          <a:ln/>
        </p:spPr>
        <p:txBody>
          <a:bodyPr wrap="square" lIns="0" tIns="0" rIns="0" bIns="0" rtlCol="0" anchor="t"/>
          <a:lstStyle/>
          <a:p>
            <a:pPr marL="0" indent="0">
              <a:buNone/>
            </a:pPr>
            <a:r>
              <a:rPr lang="en-US" sz="2800" b="1" dirty="0">
                <a:solidFill>
                  <a:srgbClr val="8F4519"/>
                </a:solidFill>
                <a:latin typeface="Georgia" pitchFamily="34" charset="0"/>
                <a:ea typeface="Georgia" pitchFamily="34" charset="-122"/>
                <a:cs typeface="Georgia" pitchFamily="34" charset="-120"/>
              </a:rPr>
              <a:t>2</a:t>
            </a:r>
            <a:endParaRPr lang="en-US" sz="2800" dirty="0"/>
          </a:p>
        </p:txBody>
      </p:sp>
      <p:sp>
        <p:nvSpPr>
          <p:cNvPr id="13" name="Text 11"/>
          <p:cNvSpPr/>
          <p:nvPr/>
        </p:nvSpPr>
        <p:spPr>
          <a:xfrm>
            <a:off x="6781648" y="2002536"/>
            <a:ext cx="4724248" cy="594360"/>
          </a:xfrm>
          <a:prstGeom prst="rect">
            <a:avLst/>
          </a:prstGeom>
          <a:noFill/>
          <a:ln/>
        </p:spPr>
        <p:txBody>
          <a:bodyPr wrap="square" lIns="0" tIns="0" rIns="0" bIns="0" rtlCol="0" anchor="t"/>
          <a:lstStyle/>
          <a:p>
            <a:pPr marL="0" indent="0">
              <a:buNone/>
            </a:pPr>
            <a:r>
              <a:rPr lang="en-US" sz="1700" b="1" dirty="0">
                <a:solidFill>
                  <a:srgbClr val="22201C"/>
                </a:solidFill>
                <a:latin typeface="Calibri" pitchFamily="34" charset="0"/>
                <a:ea typeface="Calibri" pitchFamily="34" charset="-122"/>
                <a:cs typeface="Calibri" pitchFamily="34" charset="-120"/>
              </a:rPr>
              <a:t>Who added you to the church?</a:t>
            </a:r>
            <a:endParaRPr lang="en-US" sz="1700" dirty="0"/>
          </a:p>
        </p:txBody>
      </p:sp>
      <p:sp>
        <p:nvSpPr>
          <p:cNvPr id="14" name="Text 12"/>
          <p:cNvSpPr/>
          <p:nvPr/>
        </p:nvSpPr>
        <p:spPr>
          <a:xfrm>
            <a:off x="6781648" y="2624328"/>
            <a:ext cx="4724248" cy="274320"/>
          </a:xfrm>
          <a:prstGeom prst="rect">
            <a:avLst/>
          </a:prstGeom>
          <a:noFill/>
          <a:ln/>
        </p:spPr>
        <p:txBody>
          <a:bodyPr wrap="square" lIns="0" tIns="0" rIns="0" bIns="0" rtlCol="0" anchor="ctr"/>
          <a:lstStyle/>
          <a:p>
            <a:pPr marL="0" indent="0">
              <a:buNone/>
            </a:pPr>
            <a:r>
              <a:rPr lang="en-US" sz="1400" b="1" dirty="0">
                <a:solidFill>
                  <a:srgbClr val="8F4519"/>
                </a:solidFill>
                <a:latin typeface="Calibri" pitchFamily="34" charset="0"/>
                <a:ea typeface="Calibri" pitchFamily="34" charset="-122"/>
                <a:cs typeface="Calibri" pitchFamily="34" charset="-120"/>
              </a:rPr>
              <a:t>Read: Acts 2:47</a:t>
            </a:r>
            <a:endParaRPr lang="en-US" sz="1400" dirty="0"/>
          </a:p>
        </p:txBody>
      </p:sp>
      <p:sp>
        <p:nvSpPr>
          <p:cNvPr id="15" name="Shape 13"/>
          <p:cNvSpPr/>
          <p:nvPr/>
        </p:nvSpPr>
        <p:spPr>
          <a:xfrm>
            <a:off x="6781648" y="3200400"/>
            <a:ext cx="4724248" cy="0"/>
          </a:xfrm>
          <a:prstGeom prst="line">
            <a:avLst/>
          </a:prstGeom>
          <a:noFill/>
          <a:ln w="12700">
            <a:solidFill>
              <a:srgbClr val="DDD4C4"/>
            </a:solidFill>
            <a:prstDash val="dash"/>
          </a:ln>
        </p:spPr>
        <p:txBody>
          <a:bodyPr/>
          <a:lstStyle/>
          <a:p>
            <a:endParaRPr lang="en-US"/>
          </a:p>
        </p:txBody>
      </p:sp>
      <p:sp>
        <p:nvSpPr>
          <p:cNvPr id="16" name="Shape 14"/>
          <p:cNvSpPr/>
          <p:nvPr/>
        </p:nvSpPr>
        <p:spPr>
          <a:xfrm>
            <a:off x="685800" y="3703320"/>
            <a:ext cx="5272888" cy="0"/>
          </a:xfrm>
          <a:prstGeom prst="line">
            <a:avLst/>
          </a:prstGeom>
          <a:noFill/>
          <a:ln w="12700">
            <a:solidFill>
              <a:srgbClr val="DDD4C4"/>
            </a:solidFill>
            <a:prstDash val="solid"/>
          </a:ln>
        </p:spPr>
        <p:txBody>
          <a:bodyPr/>
          <a:lstStyle/>
          <a:p>
            <a:endParaRPr lang="en-US"/>
          </a:p>
        </p:txBody>
      </p:sp>
      <p:sp>
        <p:nvSpPr>
          <p:cNvPr id="17" name="Text 15"/>
          <p:cNvSpPr/>
          <p:nvPr/>
        </p:nvSpPr>
        <p:spPr>
          <a:xfrm>
            <a:off x="685800" y="3886200"/>
            <a:ext cx="457200" cy="502920"/>
          </a:xfrm>
          <a:prstGeom prst="rect">
            <a:avLst/>
          </a:prstGeom>
          <a:noFill/>
          <a:ln/>
        </p:spPr>
        <p:txBody>
          <a:bodyPr wrap="square" lIns="0" tIns="0" rIns="0" bIns="0" rtlCol="0" anchor="t"/>
          <a:lstStyle/>
          <a:p>
            <a:pPr marL="0" indent="0">
              <a:buNone/>
            </a:pPr>
            <a:r>
              <a:rPr lang="en-US" sz="2800" b="1" dirty="0">
                <a:solidFill>
                  <a:srgbClr val="8F4519"/>
                </a:solidFill>
                <a:latin typeface="Georgia" pitchFamily="34" charset="0"/>
                <a:ea typeface="Georgia" pitchFamily="34" charset="-122"/>
                <a:cs typeface="Georgia" pitchFamily="34" charset="-120"/>
              </a:rPr>
              <a:t>3</a:t>
            </a:r>
            <a:endParaRPr lang="en-US" sz="2800" dirty="0"/>
          </a:p>
        </p:txBody>
      </p:sp>
      <p:sp>
        <p:nvSpPr>
          <p:cNvPr id="18" name="Text 16"/>
          <p:cNvSpPr/>
          <p:nvPr/>
        </p:nvSpPr>
        <p:spPr>
          <a:xfrm>
            <a:off x="1234440" y="3922776"/>
            <a:ext cx="4724248" cy="594360"/>
          </a:xfrm>
          <a:prstGeom prst="rect">
            <a:avLst/>
          </a:prstGeom>
          <a:noFill/>
          <a:ln/>
        </p:spPr>
        <p:txBody>
          <a:bodyPr wrap="square" lIns="0" tIns="0" rIns="0" bIns="0" rtlCol="0" anchor="t"/>
          <a:lstStyle/>
          <a:p>
            <a:pPr marL="0" indent="0">
              <a:buNone/>
            </a:pPr>
            <a:r>
              <a:rPr lang="en-US" sz="1700" b="1" dirty="0">
                <a:solidFill>
                  <a:srgbClr val="22201C"/>
                </a:solidFill>
                <a:latin typeface="Calibri" pitchFamily="34" charset="0"/>
                <a:ea typeface="Calibri" pitchFamily="34" charset="-122"/>
                <a:cs typeface="Calibri" pitchFamily="34" charset="-120"/>
              </a:rPr>
              <a:t>Why does the church wear Christ’s name and no man’s?</a:t>
            </a:r>
            <a:endParaRPr lang="en-US" sz="1700" dirty="0"/>
          </a:p>
        </p:txBody>
      </p:sp>
      <p:sp>
        <p:nvSpPr>
          <p:cNvPr id="19" name="Text 17"/>
          <p:cNvSpPr/>
          <p:nvPr/>
        </p:nvSpPr>
        <p:spPr>
          <a:xfrm>
            <a:off x="1234440" y="4544568"/>
            <a:ext cx="4724248" cy="274320"/>
          </a:xfrm>
          <a:prstGeom prst="rect">
            <a:avLst/>
          </a:prstGeom>
          <a:noFill/>
          <a:ln/>
        </p:spPr>
        <p:txBody>
          <a:bodyPr wrap="square" lIns="0" tIns="0" rIns="0" bIns="0" rtlCol="0" anchor="ctr"/>
          <a:lstStyle/>
          <a:p>
            <a:pPr marL="0" indent="0">
              <a:buNone/>
            </a:pPr>
            <a:r>
              <a:rPr lang="en-US" sz="1400" b="1" dirty="0">
                <a:solidFill>
                  <a:srgbClr val="8F4519"/>
                </a:solidFill>
                <a:latin typeface="Calibri" pitchFamily="34" charset="0"/>
                <a:ea typeface="Calibri" pitchFamily="34" charset="-122"/>
                <a:cs typeface="Calibri" pitchFamily="34" charset="-120"/>
              </a:rPr>
              <a:t>Read: Romans 16:16; 1 Corinthians 1:13</a:t>
            </a:r>
            <a:endParaRPr lang="en-US" sz="1400" dirty="0"/>
          </a:p>
        </p:txBody>
      </p:sp>
      <p:sp>
        <p:nvSpPr>
          <p:cNvPr id="20" name="Shape 18"/>
          <p:cNvSpPr/>
          <p:nvPr/>
        </p:nvSpPr>
        <p:spPr>
          <a:xfrm>
            <a:off x="1234440" y="5120640"/>
            <a:ext cx="4724248" cy="0"/>
          </a:xfrm>
          <a:prstGeom prst="line">
            <a:avLst/>
          </a:prstGeom>
          <a:noFill/>
          <a:ln w="12700">
            <a:solidFill>
              <a:srgbClr val="DDD4C4"/>
            </a:solidFill>
            <a:prstDash val="dash"/>
          </a:ln>
        </p:spPr>
        <p:txBody>
          <a:bodyPr/>
          <a:lstStyle/>
          <a:p>
            <a:endParaRPr lang="en-US"/>
          </a:p>
        </p:txBody>
      </p:sp>
      <p:sp>
        <p:nvSpPr>
          <p:cNvPr id="21" name="Shape 19"/>
          <p:cNvSpPr/>
          <p:nvPr/>
        </p:nvSpPr>
        <p:spPr>
          <a:xfrm>
            <a:off x="6233008" y="3703320"/>
            <a:ext cx="5272888" cy="0"/>
          </a:xfrm>
          <a:prstGeom prst="line">
            <a:avLst/>
          </a:prstGeom>
          <a:noFill/>
          <a:ln w="12700">
            <a:solidFill>
              <a:srgbClr val="DDD4C4"/>
            </a:solidFill>
            <a:prstDash val="solid"/>
          </a:ln>
        </p:spPr>
        <p:txBody>
          <a:bodyPr/>
          <a:lstStyle/>
          <a:p>
            <a:endParaRPr lang="en-US"/>
          </a:p>
        </p:txBody>
      </p:sp>
      <p:sp>
        <p:nvSpPr>
          <p:cNvPr id="22" name="Text 20"/>
          <p:cNvSpPr/>
          <p:nvPr/>
        </p:nvSpPr>
        <p:spPr>
          <a:xfrm>
            <a:off x="6233008" y="3886200"/>
            <a:ext cx="457200" cy="502920"/>
          </a:xfrm>
          <a:prstGeom prst="rect">
            <a:avLst/>
          </a:prstGeom>
          <a:noFill/>
          <a:ln/>
        </p:spPr>
        <p:txBody>
          <a:bodyPr wrap="square" lIns="0" tIns="0" rIns="0" bIns="0" rtlCol="0" anchor="t"/>
          <a:lstStyle/>
          <a:p>
            <a:pPr marL="0" indent="0">
              <a:buNone/>
            </a:pPr>
            <a:r>
              <a:rPr lang="en-US" sz="2800" b="1" dirty="0">
                <a:solidFill>
                  <a:srgbClr val="8F4519"/>
                </a:solidFill>
                <a:latin typeface="Georgia" pitchFamily="34" charset="0"/>
                <a:ea typeface="Georgia" pitchFamily="34" charset="-122"/>
                <a:cs typeface="Georgia" pitchFamily="34" charset="-120"/>
              </a:rPr>
              <a:t>4</a:t>
            </a:r>
            <a:endParaRPr lang="en-US" sz="2800" dirty="0"/>
          </a:p>
        </p:txBody>
      </p:sp>
      <p:sp>
        <p:nvSpPr>
          <p:cNvPr id="23" name="Text 21"/>
          <p:cNvSpPr/>
          <p:nvPr/>
        </p:nvSpPr>
        <p:spPr>
          <a:xfrm>
            <a:off x="6781648" y="3922776"/>
            <a:ext cx="4724248" cy="594360"/>
          </a:xfrm>
          <a:prstGeom prst="rect">
            <a:avLst/>
          </a:prstGeom>
          <a:noFill/>
          <a:ln/>
        </p:spPr>
        <p:txBody>
          <a:bodyPr wrap="square" lIns="0" tIns="0" rIns="0" bIns="0" rtlCol="0" anchor="t"/>
          <a:lstStyle/>
          <a:p>
            <a:pPr marL="0" indent="0">
              <a:buNone/>
            </a:pPr>
            <a:r>
              <a:rPr lang="en-US" sz="1700" b="1" dirty="0">
                <a:solidFill>
                  <a:srgbClr val="22201C"/>
                </a:solidFill>
                <a:latin typeface="Calibri" pitchFamily="34" charset="0"/>
                <a:ea typeface="Calibri" pitchFamily="34" charset="-122"/>
                <a:cs typeface="Calibri" pitchFamily="34" charset="-120"/>
              </a:rPr>
              <a:t>How does the Holy Spirit lead you today?</a:t>
            </a:r>
            <a:endParaRPr lang="en-US" sz="1700" dirty="0"/>
          </a:p>
        </p:txBody>
      </p:sp>
      <p:sp>
        <p:nvSpPr>
          <p:cNvPr id="24" name="Text 22"/>
          <p:cNvSpPr/>
          <p:nvPr/>
        </p:nvSpPr>
        <p:spPr>
          <a:xfrm>
            <a:off x="6781648" y="4544568"/>
            <a:ext cx="4724248" cy="274320"/>
          </a:xfrm>
          <a:prstGeom prst="rect">
            <a:avLst/>
          </a:prstGeom>
          <a:noFill/>
          <a:ln/>
        </p:spPr>
        <p:txBody>
          <a:bodyPr wrap="square" lIns="0" tIns="0" rIns="0" bIns="0" rtlCol="0" anchor="ctr"/>
          <a:lstStyle/>
          <a:p>
            <a:pPr marL="0" indent="0">
              <a:buNone/>
            </a:pPr>
            <a:r>
              <a:rPr lang="en-US" sz="1400" b="1" dirty="0">
                <a:solidFill>
                  <a:srgbClr val="8F4519"/>
                </a:solidFill>
                <a:latin typeface="Calibri" pitchFamily="34" charset="0"/>
                <a:ea typeface="Calibri" pitchFamily="34" charset="-122"/>
                <a:cs typeface="Calibri" pitchFamily="34" charset="-120"/>
              </a:rPr>
              <a:t>Read: Ephesians 6:17</a:t>
            </a:r>
            <a:endParaRPr lang="en-US" sz="1400" dirty="0"/>
          </a:p>
        </p:txBody>
      </p:sp>
      <p:sp>
        <p:nvSpPr>
          <p:cNvPr id="25" name="Shape 23"/>
          <p:cNvSpPr/>
          <p:nvPr/>
        </p:nvSpPr>
        <p:spPr>
          <a:xfrm>
            <a:off x="6781648" y="5120640"/>
            <a:ext cx="4724248" cy="0"/>
          </a:xfrm>
          <a:prstGeom prst="line">
            <a:avLst/>
          </a:prstGeom>
          <a:noFill/>
          <a:ln w="12700">
            <a:solidFill>
              <a:srgbClr val="DDD4C4"/>
            </a:solidFill>
            <a:prstDash val="dash"/>
          </a:ln>
        </p:spPr>
        <p:txBody>
          <a:bodyPr/>
          <a:lstStyle/>
          <a:p>
            <a:endParaRPr lang="en-US"/>
          </a:p>
        </p:txBody>
      </p:sp>
      <p:sp>
        <p:nvSpPr>
          <p:cNvPr id="26" name="Text 24"/>
          <p:cNvSpPr/>
          <p:nvPr/>
        </p:nvSpPr>
        <p:spPr>
          <a:xfrm>
            <a:off x="685800" y="5715000"/>
            <a:ext cx="10820095" cy="365760"/>
          </a:xfrm>
          <a:prstGeom prst="rect">
            <a:avLst/>
          </a:prstGeom>
          <a:noFill/>
          <a:ln/>
        </p:spPr>
        <p:txBody>
          <a:bodyPr wrap="square" lIns="0" tIns="0" rIns="0" bIns="0" rtlCol="0" anchor="ctr"/>
          <a:lstStyle/>
          <a:p>
            <a:pPr marL="0" indent="0">
              <a:buNone/>
            </a:pPr>
            <a:r>
              <a:rPr lang="en-US" sz="1500" i="1" dirty="0">
                <a:solidFill>
                  <a:srgbClr val="5C574F"/>
                </a:solidFill>
                <a:latin typeface="Calibri" pitchFamily="34" charset="0"/>
                <a:ea typeface="Calibri" pitchFamily="34" charset="-122"/>
                <a:cs typeface="Calibri" pitchFamily="34" charset="-120"/>
              </a:rPr>
              <a:t>Write your answers down. Bring any questions to Bro. Sabin Johnson or to Bible class.</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C2826"/>
        </a:solidFill>
        <a:effectLst/>
      </p:bgPr>
    </p:bg>
    <p:spTree>
      <p:nvGrpSpPr>
        <p:cNvPr id="1" name=""/>
        <p:cNvGrpSpPr/>
        <p:nvPr/>
      </p:nvGrpSpPr>
      <p:grpSpPr>
        <a:xfrm>
          <a:off x="0" y="0"/>
          <a:ext cx="0" cy="0"/>
          <a:chOff x="0" y="0"/>
          <a:chExt cx="0" cy="0"/>
        </a:xfrm>
      </p:grpSpPr>
      <p:sp>
        <p:nvSpPr>
          <p:cNvPr id="2" name="Text 0"/>
          <p:cNvSpPr/>
          <p:nvPr/>
        </p:nvSpPr>
        <p:spPr>
          <a:xfrm>
            <a:off x="640080" y="411480"/>
            <a:ext cx="2743200" cy="2651760"/>
          </a:xfrm>
          <a:prstGeom prst="rect">
            <a:avLst/>
          </a:prstGeom>
          <a:noFill/>
          <a:ln/>
        </p:spPr>
        <p:txBody>
          <a:bodyPr wrap="square" lIns="0" tIns="0" rIns="0" bIns="0" rtlCol="0" anchor="t"/>
          <a:lstStyle/>
          <a:p>
            <a:pPr marL="0" indent="0">
              <a:buNone/>
            </a:pPr>
            <a:r>
              <a:rPr lang="en-US" sz="16000" b="1" dirty="0">
                <a:solidFill>
                  <a:srgbClr val="E3A672"/>
                </a:solidFill>
                <a:latin typeface="Georgia" pitchFamily="34" charset="0"/>
                <a:ea typeface="Georgia" pitchFamily="34" charset="-122"/>
                <a:cs typeface="Georgia" pitchFamily="34" charset="-120"/>
              </a:rPr>
              <a:t>2</a:t>
            </a:r>
            <a:endParaRPr lang="en-US" sz="16000" dirty="0"/>
          </a:p>
        </p:txBody>
      </p:sp>
      <p:sp>
        <p:nvSpPr>
          <p:cNvPr id="3" name="Text 1"/>
          <p:cNvSpPr/>
          <p:nvPr/>
        </p:nvSpPr>
        <p:spPr>
          <a:xfrm>
            <a:off x="685800" y="3520440"/>
            <a:ext cx="10820095" cy="274320"/>
          </a:xfrm>
          <a:prstGeom prst="rect">
            <a:avLst/>
          </a:prstGeom>
          <a:noFill/>
          <a:ln/>
        </p:spPr>
        <p:txBody>
          <a:bodyPr wrap="square" lIns="0" tIns="0" rIns="0" bIns="0" rtlCol="0" anchor="ctr"/>
          <a:lstStyle/>
          <a:p>
            <a:pPr marL="0" indent="0">
              <a:buNone/>
            </a:pPr>
            <a:r>
              <a:rPr lang="en-US" sz="1200" b="1" kern="0" spc="300" dirty="0">
                <a:solidFill>
                  <a:srgbClr val="E3A672"/>
                </a:solidFill>
                <a:latin typeface="Calibri" pitchFamily="34" charset="0"/>
                <a:ea typeface="Calibri" pitchFamily="34" charset="-122"/>
                <a:cs typeface="Calibri" pitchFamily="34" charset="-120"/>
              </a:rPr>
              <a:t>LESSON 2 OF 3</a:t>
            </a:r>
            <a:endParaRPr lang="en-US" sz="1200" dirty="0"/>
          </a:p>
        </p:txBody>
      </p:sp>
      <p:sp>
        <p:nvSpPr>
          <p:cNvPr id="4" name="Text 2"/>
          <p:cNvSpPr/>
          <p:nvPr/>
        </p:nvSpPr>
        <p:spPr>
          <a:xfrm>
            <a:off x="685800" y="3840480"/>
            <a:ext cx="6400800" cy="822960"/>
          </a:xfrm>
          <a:prstGeom prst="rect">
            <a:avLst/>
          </a:prstGeom>
          <a:noFill/>
          <a:ln/>
        </p:spPr>
        <p:txBody>
          <a:bodyPr wrap="square" lIns="0" tIns="0" rIns="0" bIns="0" rtlCol="0" anchor="t"/>
          <a:lstStyle/>
          <a:p>
            <a:pPr marL="0" indent="0">
              <a:buNone/>
            </a:pPr>
            <a:r>
              <a:rPr lang="en-US" sz="4000" b="1" dirty="0">
                <a:solidFill>
                  <a:srgbClr val="F3EEE4"/>
                </a:solidFill>
                <a:latin typeface="Georgia" pitchFamily="34" charset="0"/>
                <a:ea typeface="Georgia" pitchFamily="34" charset="-122"/>
                <a:cs typeface="Georgia" pitchFamily="34" charset="-120"/>
              </a:rPr>
              <a:t>Now you must grow</a:t>
            </a:r>
            <a:endParaRPr lang="en-US" sz="4000" dirty="0"/>
          </a:p>
        </p:txBody>
      </p:sp>
      <p:sp>
        <p:nvSpPr>
          <p:cNvPr id="5" name="Text 3"/>
          <p:cNvSpPr/>
          <p:nvPr/>
        </p:nvSpPr>
        <p:spPr>
          <a:xfrm>
            <a:off x="685800" y="4800600"/>
            <a:ext cx="5852160" cy="822960"/>
          </a:xfrm>
          <a:prstGeom prst="rect">
            <a:avLst/>
          </a:prstGeom>
          <a:noFill/>
          <a:ln/>
        </p:spPr>
        <p:txBody>
          <a:bodyPr wrap="square" lIns="0" tIns="0" rIns="0" bIns="0" rtlCol="0" anchor="t"/>
          <a:lstStyle/>
          <a:p>
            <a:pPr marL="0" indent="0">
              <a:buNone/>
            </a:pPr>
            <a:r>
              <a:rPr lang="en-US" sz="1800" dirty="0">
                <a:solidFill>
                  <a:srgbClr val="C3CBC8"/>
                </a:solidFill>
                <a:latin typeface="Calibri" pitchFamily="34" charset="0"/>
                <a:ea typeface="Calibri" pitchFamily="34" charset="-122"/>
                <a:cs typeface="Calibri" pitchFamily="34" charset="-120"/>
              </a:rPr>
              <a:t>God has given three means of growth: His Word, prayer and the assembly.</a:t>
            </a:r>
            <a:endParaRPr lang="en-US" sz="1800" dirty="0"/>
          </a:p>
        </p:txBody>
      </p:sp>
      <p:sp>
        <p:nvSpPr>
          <p:cNvPr id="6" name="Text 4"/>
          <p:cNvSpPr/>
          <p:nvPr/>
        </p:nvSpPr>
        <p:spPr>
          <a:xfrm>
            <a:off x="7406640" y="1051560"/>
            <a:ext cx="4114800" cy="274320"/>
          </a:xfrm>
          <a:prstGeom prst="rect">
            <a:avLst/>
          </a:prstGeom>
          <a:noFill/>
          <a:ln/>
        </p:spPr>
        <p:txBody>
          <a:bodyPr wrap="square" lIns="0" tIns="0" rIns="0" bIns="0" rtlCol="0" anchor="ctr"/>
          <a:lstStyle/>
          <a:p>
            <a:pPr marL="0" indent="0">
              <a:buNone/>
            </a:pPr>
            <a:r>
              <a:rPr lang="en-US" sz="1200" b="1" kern="0" spc="300" dirty="0">
                <a:solidFill>
                  <a:srgbClr val="E3A672"/>
                </a:solidFill>
                <a:latin typeface="Calibri" pitchFamily="34" charset="0"/>
                <a:ea typeface="Calibri" pitchFamily="34" charset="-122"/>
                <a:cs typeface="Calibri" pitchFamily="34" charset="-120"/>
              </a:rPr>
              <a:t>IN THIS LESSON</a:t>
            </a:r>
            <a:endParaRPr lang="en-US" sz="1200" dirty="0"/>
          </a:p>
        </p:txBody>
      </p:sp>
      <p:sp>
        <p:nvSpPr>
          <p:cNvPr id="7" name="Shape 5"/>
          <p:cNvSpPr/>
          <p:nvPr/>
        </p:nvSpPr>
        <p:spPr>
          <a:xfrm>
            <a:off x="7406640" y="1508760"/>
            <a:ext cx="4096512" cy="0"/>
          </a:xfrm>
          <a:prstGeom prst="line">
            <a:avLst/>
          </a:prstGeom>
          <a:noFill/>
          <a:ln w="9525">
            <a:solidFill>
              <a:srgbClr val="3A4B4F"/>
            </a:solidFill>
            <a:prstDash val="solid"/>
          </a:ln>
        </p:spPr>
        <p:txBody>
          <a:bodyPr/>
          <a:lstStyle/>
          <a:p>
            <a:endParaRPr lang="en-US"/>
          </a:p>
        </p:txBody>
      </p:sp>
      <p:sp>
        <p:nvSpPr>
          <p:cNvPr id="8" name="Text 6"/>
          <p:cNvSpPr/>
          <p:nvPr/>
        </p:nvSpPr>
        <p:spPr>
          <a:xfrm>
            <a:off x="7406640" y="1508760"/>
            <a:ext cx="4096512" cy="566928"/>
          </a:xfrm>
          <a:prstGeom prst="rect">
            <a:avLst/>
          </a:prstGeom>
          <a:noFill/>
          <a:ln/>
        </p:spPr>
        <p:txBody>
          <a:bodyPr wrap="square" lIns="0" tIns="0" rIns="0" bIns="0" rtlCol="0" anchor="ctr"/>
          <a:lstStyle/>
          <a:p>
            <a:pPr marL="0" indent="0">
              <a:buNone/>
            </a:pPr>
            <a:r>
              <a:rPr lang="en-US" sz="1700" b="1" dirty="0">
                <a:solidFill>
                  <a:srgbClr val="E3A672"/>
                </a:solidFill>
                <a:latin typeface="Calibri" pitchFamily="34" charset="0"/>
                <a:ea typeface="Calibri" pitchFamily="34" charset="-122"/>
                <a:cs typeface="Calibri" pitchFamily="34" charset="-120"/>
              </a:rPr>
              <a:t>01   </a:t>
            </a:r>
            <a:r>
              <a:rPr lang="en-US" sz="1700" dirty="0">
                <a:solidFill>
                  <a:srgbClr val="F3EEE4"/>
                </a:solidFill>
                <a:latin typeface="Calibri" pitchFamily="34" charset="0"/>
                <a:ea typeface="Calibri" pitchFamily="34" charset="-122"/>
                <a:cs typeface="Calibri" pitchFamily="34" charset="-120"/>
              </a:rPr>
              <a:t>Grow like a newborn</a:t>
            </a:r>
            <a:endParaRPr lang="en-US" sz="1700" dirty="0"/>
          </a:p>
        </p:txBody>
      </p:sp>
      <p:sp>
        <p:nvSpPr>
          <p:cNvPr id="9" name="Shape 7"/>
          <p:cNvSpPr/>
          <p:nvPr/>
        </p:nvSpPr>
        <p:spPr>
          <a:xfrm>
            <a:off x="7406640" y="2075688"/>
            <a:ext cx="4096512" cy="0"/>
          </a:xfrm>
          <a:prstGeom prst="line">
            <a:avLst/>
          </a:prstGeom>
          <a:noFill/>
          <a:ln w="9525">
            <a:solidFill>
              <a:srgbClr val="3A4B4F"/>
            </a:solidFill>
            <a:prstDash val="solid"/>
          </a:ln>
        </p:spPr>
        <p:txBody>
          <a:bodyPr/>
          <a:lstStyle/>
          <a:p>
            <a:endParaRPr lang="en-US"/>
          </a:p>
        </p:txBody>
      </p:sp>
      <p:sp>
        <p:nvSpPr>
          <p:cNvPr id="10" name="Text 8"/>
          <p:cNvSpPr/>
          <p:nvPr/>
        </p:nvSpPr>
        <p:spPr>
          <a:xfrm>
            <a:off x="7406640" y="2075688"/>
            <a:ext cx="4096512" cy="566928"/>
          </a:xfrm>
          <a:prstGeom prst="rect">
            <a:avLst/>
          </a:prstGeom>
          <a:noFill/>
          <a:ln/>
        </p:spPr>
        <p:txBody>
          <a:bodyPr wrap="square" lIns="0" tIns="0" rIns="0" bIns="0" rtlCol="0" anchor="ctr"/>
          <a:lstStyle/>
          <a:p>
            <a:pPr marL="0" indent="0">
              <a:buNone/>
            </a:pPr>
            <a:r>
              <a:rPr lang="en-US" sz="1700" b="1" dirty="0">
                <a:solidFill>
                  <a:srgbClr val="E3A672"/>
                </a:solidFill>
                <a:latin typeface="Calibri" pitchFamily="34" charset="0"/>
                <a:ea typeface="Calibri" pitchFamily="34" charset="-122"/>
                <a:cs typeface="Calibri" pitchFamily="34" charset="-120"/>
              </a:rPr>
              <a:t>02   </a:t>
            </a:r>
            <a:r>
              <a:rPr lang="en-US" sz="1700" dirty="0">
                <a:solidFill>
                  <a:srgbClr val="F3EEE4"/>
                </a:solidFill>
                <a:latin typeface="Calibri" pitchFamily="34" charset="0"/>
                <a:ea typeface="Calibri" pitchFamily="34" charset="-122"/>
                <a:cs typeface="Calibri" pitchFamily="34" charset="-120"/>
              </a:rPr>
              <a:t>How we got the Bible</a:t>
            </a:r>
            <a:endParaRPr lang="en-US" sz="1700" dirty="0"/>
          </a:p>
        </p:txBody>
      </p:sp>
      <p:sp>
        <p:nvSpPr>
          <p:cNvPr id="11" name="Shape 9"/>
          <p:cNvSpPr/>
          <p:nvPr/>
        </p:nvSpPr>
        <p:spPr>
          <a:xfrm>
            <a:off x="7406640" y="2642616"/>
            <a:ext cx="4096512" cy="0"/>
          </a:xfrm>
          <a:prstGeom prst="line">
            <a:avLst/>
          </a:prstGeom>
          <a:noFill/>
          <a:ln w="9525">
            <a:solidFill>
              <a:srgbClr val="3A4B4F"/>
            </a:solidFill>
            <a:prstDash val="solid"/>
          </a:ln>
        </p:spPr>
        <p:txBody>
          <a:bodyPr/>
          <a:lstStyle/>
          <a:p>
            <a:endParaRPr lang="en-US"/>
          </a:p>
        </p:txBody>
      </p:sp>
      <p:sp>
        <p:nvSpPr>
          <p:cNvPr id="12" name="Text 10"/>
          <p:cNvSpPr/>
          <p:nvPr/>
        </p:nvSpPr>
        <p:spPr>
          <a:xfrm>
            <a:off x="7406640" y="2642616"/>
            <a:ext cx="4096512" cy="566928"/>
          </a:xfrm>
          <a:prstGeom prst="rect">
            <a:avLst/>
          </a:prstGeom>
          <a:noFill/>
          <a:ln/>
        </p:spPr>
        <p:txBody>
          <a:bodyPr wrap="square" lIns="0" tIns="0" rIns="0" bIns="0" rtlCol="0" anchor="ctr"/>
          <a:lstStyle/>
          <a:p>
            <a:pPr marL="0" indent="0">
              <a:buNone/>
            </a:pPr>
            <a:r>
              <a:rPr lang="en-US" sz="1700" b="1" dirty="0">
                <a:solidFill>
                  <a:srgbClr val="E3A672"/>
                </a:solidFill>
                <a:latin typeface="Calibri" pitchFamily="34" charset="0"/>
                <a:ea typeface="Calibri" pitchFamily="34" charset="-122"/>
                <a:cs typeface="Calibri" pitchFamily="34" charset="-120"/>
              </a:rPr>
              <a:t>03   </a:t>
            </a:r>
            <a:r>
              <a:rPr lang="en-US" sz="1700" dirty="0">
                <a:solidFill>
                  <a:srgbClr val="F3EEE4"/>
                </a:solidFill>
                <a:latin typeface="Calibri" pitchFamily="34" charset="0"/>
                <a:ea typeface="Calibri" pitchFamily="34" charset="-122"/>
                <a:cs typeface="Calibri" pitchFamily="34" charset="-120"/>
              </a:rPr>
              <a:t>How God kept His Word</a:t>
            </a:r>
            <a:endParaRPr lang="en-US" sz="1700" dirty="0"/>
          </a:p>
        </p:txBody>
      </p:sp>
      <p:sp>
        <p:nvSpPr>
          <p:cNvPr id="13" name="Shape 11"/>
          <p:cNvSpPr/>
          <p:nvPr/>
        </p:nvSpPr>
        <p:spPr>
          <a:xfrm>
            <a:off x="7406640" y="3209544"/>
            <a:ext cx="4096512" cy="0"/>
          </a:xfrm>
          <a:prstGeom prst="line">
            <a:avLst/>
          </a:prstGeom>
          <a:noFill/>
          <a:ln w="9525">
            <a:solidFill>
              <a:srgbClr val="3A4B4F"/>
            </a:solidFill>
            <a:prstDash val="solid"/>
          </a:ln>
        </p:spPr>
        <p:txBody>
          <a:bodyPr/>
          <a:lstStyle/>
          <a:p>
            <a:endParaRPr lang="en-US"/>
          </a:p>
        </p:txBody>
      </p:sp>
      <p:sp>
        <p:nvSpPr>
          <p:cNvPr id="14" name="Text 12"/>
          <p:cNvSpPr/>
          <p:nvPr/>
        </p:nvSpPr>
        <p:spPr>
          <a:xfrm>
            <a:off x="7406640" y="3209544"/>
            <a:ext cx="4096512" cy="566928"/>
          </a:xfrm>
          <a:prstGeom prst="rect">
            <a:avLst/>
          </a:prstGeom>
          <a:noFill/>
          <a:ln/>
        </p:spPr>
        <p:txBody>
          <a:bodyPr wrap="square" lIns="0" tIns="0" rIns="0" bIns="0" rtlCol="0" anchor="ctr"/>
          <a:lstStyle/>
          <a:p>
            <a:pPr marL="0" indent="0">
              <a:buNone/>
            </a:pPr>
            <a:r>
              <a:rPr lang="en-US" sz="1700" b="1" dirty="0">
                <a:solidFill>
                  <a:srgbClr val="E3A672"/>
                </a:solidFill>
                <a:latin typeface="Calibri" pitchFamily="34" charset="0"/>
                <a:ea typeface="Calibri" pitchFamily="34" charset="-122"/>
                <a:cs typeface="Calibri" pitchFamily="34" charset="-120"/>
              </a:rPr>
              <a:t>04   </a:t>
            </a:r>
            <a:r>
              <a:rPr lang="en-US" sz="1700" dirty="0">
                <a:solidFill>
                  <a:srgbClr val="F3EEE4"/>
                </a:solidFill>
                <a:latin typeface="Calibri" pitchFamily="34" charset="0"/>
                <a:ea typeface="Calibri" pitchFamily="34" charset="-122"/>
                <a:cs typeface="Calibri" pitchFamily="34" charset="-120"/>
              </a:rPr>
              <a:t>How we know what God approves</a:t>
            </a:r>
            <a:endParaRPr lang="en-US" sz="1700" dirty="0"/>
          </a:p>
        </p:txBody>
      </p:sp>
      <p:sp>
        <p:nvSpPr>
          <p:cNvPr id="15" name="Shape 13"/>
          <p:cNvSpPr/>
          <p:nvPr/>
        </p:nvSpPr>
        <p:spPr>
          <a:xfrm>
            <a:off x="7406640" y="3776472"/>
            <a:ext cx="4096512" cy="0"/>
          </a:xfrm>
          <a:prstGeom prst="line">
            <a:avLst/>
          </a:prstGeom>
          <a:noFill/>
          <a:ln w="9525">
            <a:solidFill>
              <a:srgbClr val="3A4B4F"/>
            </a:solidFill>
            <a:prstDash val="solid"/>
          </a:ln>
        </p:spPr>
        <p:txBody>
          <a:bodyPr/>
          <a:lstStyle/>
          <a:p>
            <a:endParaRPr lang="en-US"/>
          </a:p>
        </p:txBody>
      </p:sp>
      <p:sp>
        <p:nvSpPr>
          <p:cNvPr id="16" name="Text 14"/>
          <p:cNvSpPr/>
          <p:nvPr/>
        </p:nvSpPr>
        <p:spPr>
          <a:xfrm>
            <a:off x="7406640" y="3776472"/>
            <a:ext cx="4096512" cy="566928"/>
          </a:xfrm>
          <a:prstGeom prst="rect">
            <a:avLst/>
          </a:prstGeom>
          <a:noFill/>
          <a:ln/>
        </p:spPr>
        <p:txBody>
          <a:bodyPr wrap="square" lIns="0" tIns="0" rIns="0" bIns="0" rtlCol="0" anchor="ctr"/>
          <a:lstStyle/>
          <a:p>
            <a:pPr marL="0" indent="0">
              <a:buNone/>
            </a:pPr>
            <a:r>
              <a:rPr lang="en-US" sz="1700" b="1" dirty="0">
                <a:solidFill>
                  <a:srgbClr val="E3A672"/>
                </a:solidFill>
                <a:latin typeface="Calibri" pitchFamily="34" charset="0"/>
                <a:ea typeface="Calibri" pitchFamily="34" charset="-122"/>
                <a:cs typeface="Calibri" pitchFamily="34" charset="-120"/>
              </a:rPr>
              <a:t>05   </a:t>
            </a:r>
            <a:r>
              <a:rPr lang="en-US" sz="1700" dirty="0">
                <a:solidFill>
                  <a:srgbClr val="F3EEE4"/>
                </a:solidFill>
                <a:latin typeface="Calibri" pitchFamily="34" charset="0"/>
                <a:ea typeface="Calibri" pitchFamily="34" charset="-122"/>
                <a:cs typeface="Calibri" pitchFamily="34" charset="-120"/>
              </a:rPr>
              <a:t>Open your Bible every day</a:t>
            </a:r>
            <a:endParaRPr lang="en-US" sz="1700" dirty="0"/>
          </a:p>
        </p:txBody>
      </p:sp>
      <p:sp>
        <p:nvSpPr>
          <p:cNvPr id="17" name="Shape 15"/>
          <p:cNvSpPr/>
          <p:nvPr/>
        </p:nvSpPr>
        <p:spPr>
          <a:xfrm>
            <a:off x="7406640" y="4343400"/>
            <a:ext cx="4096512" cy="0"/>
          </a:xfrm>
          <a:prstGeom prst="line">
            <a:avLst/>
          </a:prstGeom>
          <a:noFill/>
          <a:ln w="9525">
            <a:solidFill>
              <a:srgbClr val="3A4B4F"/>
            </a:solidFill>
            <a:prstDash val="solid"/>
          </a:ln>
        </p:spPr>
        <p:txBody>
          <a:bodyPr/>
          <a:lstStyle/>
          <a:p>
            <a:endParaRPr lang="en-US"/>
          </a:p>
        </p:txBody>
      </p:sp>
      <p:sp>
        <p:nvSpPr>
          <p:cNvPr id="18" name="Text 16"/>
          <p:cNvSpPr/>
          <p:nvPr/>
        </p:nvSpPr>
        <p:spPr>
          <a:xfrm>
            <a:off x="7406640" y="4343400"/>
            <a:ext cx="4096512" cy="566928"/>
          </a:xfrm>
          <a:prstGeom prst="rect">
            <a:avLst/>
          </a:prstGeom>
          <a:noFill/>
          <a:ln/>
        </p:spPr>
        <p:txBody>
          <a:bodyPr wrap="square" lIns="0" tIns="0" rIns="0" bIns="0" rtlCol="0" anchor="ctr"/>
          <a:lstStyle/>
          <a:p>
            <a:pPr marL="0" indent="0">
              <a:buNone/>
            </a:pPr>
            <a:r>
              <a:rPr lang="en-US" sz="1700" b="1" dirty="0">
                <a:solidFill>
                  <a:srgbClr val="E3A672"/>
                </a:solidFill>
                <a:latin typeface="Calibri" pitchFamily="34" charset="0"/>
                <a:ea typeface="Calibri" pitchFamily="34" charset="-122"/>
                <a:cs typeface="Calibri" pitchFamily="34" charset="-120"/>
              </a:rPr>
              <a:t>06   </a:t>
            </a:r>
            <a:r>
              <a:rPr lang="en-US" sz="1700" dirty="0">
                <a:solidFill>
                  <a:srgbClr val="F3EEE4"/>
                </a:solidFill>
                <a:latin typeface="Calibri" pitchFamily="34" charset="0"/>
                <a:ea typeface="Calibri" pitchFamily="34" charset="-122"/>
                <a:cs typeface="Calibri" pitchFamily="34" charset="-120"/>
              </a:rPr>
              <a:t>Prayer and worship</a:t>
            </a:r>
            <a:endParaRPr lang="en-US" sz="1700" dirty="0"/>
          </a:p>
        </p:txBody>
      </p:sp>
      <p:sp>
        <p:nvSpPr>
          <p:cNvPr id="19" name="Text 17"/>
          <p:cNvSpPr/>
          <p:nvPr/>
        </p:nvSpPr>
        <p:spPr>
          <a:xfrm>
            <a:off x="685800" y="6400800"/>
            <a:ext cx="5486400" cy="274320"/>
          </a:xfrm>
          <a:prstGeom prst="rect">
            <a:avLst/>
          </a:prstGeom>
          <a:noFill/>
          <a:ln/>
        </p:spPr>
        <p:txBody>
          <a:bodyPr wrap="square" lIns="0" tIns="0" rIns="0" bIns="0" rtlCol="0" anchor="ctr"/>
          <a:lstStyle/>
          <a:p>
            <a:pPr marL="0" indent="0">
              <a:buNone/>
            </a:pPr>
            <a:r>
              <a:rPr lang="en-US" sz="1000" dirty="0">
                <a:solidFill>
                  <a:srgbClr val="C3CBC8"/>
                </a:solidFill>
                <a:latin typeface="Calibri" pitchFamily="34" charset="0"/>
                <a:ea typeface="Calibri" pitchFamily="34" charset="-122"/>
                <a:cs typeface="Calibri" pitchFamily="34" charset="-120"/>
              </a:rPr>
              <a:t>Welcome to the Family of God</a:t>
            </a:r>
            <a:endParaRPr lang="en-US" sz="1000" dirty="0"/>
          </a:p>
        </p:txBody>
      </p:sp>
      <p:sp>
        <p:nvSpPr>
          <p:cNvPr id="20" name="Text 18"/>
          <p:cNvSpPr/>
          <p:nvPr/>
        </p:nvSpPr>
        <p:spPr>
          <a:xfrm>
            <a:off x="10591495" y="6400800"/>
            <a:ext cx="914400" cy="274320"/>
          </a:xfrm>
          <a:prstGeom prst="rect">
            <a:avLst/>
          </a:prstGeom>
          <a:noFill/>
          <a:ln/>
        </p:spPr>
        <p:txBody>
          <a:bodyPr wrap="square" lIns="0" tIns="0" rIns="0" bIns="0" rtlCol="0" anchor="ctr"/>
          <a:lstStyle/>
          <a:p>
            <a:pPr marL="0" indent="0" algn="r">
              <a:buNone/>
            </a:pPr>
            <a:r>
              <a:rPr lang="en-US" sz="1000" dirty="0">
                <a:solidFill>
                  <a:srgbClr val="C3CBC8"/>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2EA"/>
        </a:solidFill>
        <a:effectLst/>
      </p:bgPr>
    </p:bg>
    <p:spTree>
      <p:nvGrpSpPr>
        <p:cNvPr id="1" name=""/>
        <p:cNvGrpSpPr/>
        <p:nvPr/>
      </p:nvGrpSpPr>
      <p:grpSpPr>
        <a:xfrm>
          <a:off x="0" y="0"/>
          <a:ext cx="0" cy="0"/>
          <a:chOff x="0" y="0"/>
          <a:chExt cx="0" cy="0"/>
        </a:xfrm>
      </p:grpSpPr>
      <p:sp>
        <p:nvSpPr>
          <p:cNvPr id="2" name="Text 0"/>
          <p:cNvSpPr/>
          <p:nvPr/>
        </p:nvSpPr>
        <p:spPr>
          <a:xfrm>
            <a:off x="685800" y="502920"/>
            <a:ext cx="10820095" cy="274320"/>
          </a:xfrm>
          <a:prstGeom prst="rect">
            <a:avLst/>
          </a:prstGeom>
          <a:noFill/>
          <a:ln/>
        </p:spPr>
        <p:txBody>
          <a:bodyPr wrap="square" lIns="0" tIns="0" rIns="0" bIns="0" rtlCol="0" anchor="ctr"/>
          <a:lstStyle/>
          <a:p>
            <a:pPr marL="0" indent="0">
              <a:buNone/>
            </a:pPr>
            <a:r>
              <a:rPr lang="en-US" sz="1200" b="1" kern="0" spc="300" dirty="0">
                <a:solidFill>
                  <a:srgbClr val="8F4519"/>
                </a:solidFill>
                <a:latin typeface="Calibri" pitchFamily="34" charset="0"/>
                <a:ea typeface="Calibri" pitchFamily="34" charset="-122"/>
                <a:cs typeface="Calibri" pitchFamily="34" charset="-120"/>
              </a:rPr>
              <a:t>LESSON 2 · NOW YOU MUST GROW</a:t>
            </a:r>
            <a:endParaRPr lang="en-US" sz="1200" dirty="0"/>
          </a:p>
        </p:txBody>
      </p:sp>
      <p:sp>
        <p:nvSpPr>
          <p:cNvPr id="3" name="Text 1"/>
          <p:cNvSpPr/>
          <p:nvPr/>
        </p:nvSpPr>
        <p:spPr>
          <a:xfrm>
            <a:off x="685800" y="822960"/>
            <a:ext cx="10820095" cy="777240"/>
          </a:xfrm>
          <a:prstGeom prst="rect">
            <a:avLst/>
          </a:prstGeom>
          <a:noFill/>
          <a:ln/>
        </p:spPr>
        <p:txBody>
          <a:bodyPr wrap="square" lIns="0" tIns="0" rIns="0" bIns="0" rtlCol="0" anchor="t"/>
          <a:lstStyle/>
          <a:p>
            <a:pPr marL="0" indent="0">
              <a:buNone/>
            </a:pPr>
            <a:r>
              <a:rPr lang="en-US" sz="3400" b="1" dirty="0">
                <a:solidFill>
                  <a:srgbClr val="22201C"/>
                </a:solidFill>
                <a:latin typeface="Georgia" pitchFamily="34" charset="0"/>
                <a:ea typeface="Georgia" pitchFamily="34" charset="-122"/>
                <a:cs typeface="Georgia" pitchFamily="34" charset="-120"/>
              </a:rPr>
              <a:t>Grow like a newborn</a:t>
            </a:r>
            <a:endParaRPr lang="en-US" sz="3400" dirty="0"/>
          </a:p>
        </p:txBody>
      </p:sp>
      <p:sp>
        <p:nvSpPr>
          <p:cNvPr id="4" name="Text 2"/>
          <p:cNvSpPr/>
          <p:nvPr/>
        </p:nvSpPr>
        <p:spPr>
          <a:xfrm>
            <a:off x="685800" y="6400800"/>
            <a:ext cx="5486400" cy="274320"/>
          </a:xfrm>
          <a:prstGeom prst="rect">
            <a:avLst/>
          </a:prstGeom>
          <a:noFill/>
          <a:ln/>
        </p:spPr>
        <p:txBody>
          <a:bodyPr wrap="square" lIns="0" tIns="0" rIns="0" bIns="0" rtlCol="0" anchor="ctr"/>
          <a:lstStyle/>
          <a:p>
            <a:pPr marL="0" indent="0">
              <a:buNone/>
            </a:pPr>
            <a:r>
              <a:rPr lang="en-US" sz="1000" dirty="0">
                <a:solidFill>
                  <a:srgbClr val="5C574F"/>
                </a:solidFill>
                <a:latin typeface="Calibri" pitchFamily="34" charset="0"/>
                <a:ea typeface="Calibri" pitchFamily="34" charset="-122"/>
                <a:cs typeface="Calibri" pitchFamily="34" charset="-120"/>
              </a:rPr>
              <a:t>Welcome to the Family of God</a:t>
            </a:r>
            <a:endParaRPr lang="en-US" sz="1000" dirty="0"/>
          </a:p>
        </p:txBody>
      </p:sp>
      <p:sp>
        <p:nvSpPr>
          <p:cNvPr id="5" name="Text 3"/>
          <p:cNvSpPr/>
          <p:nvPr/>
        </p:nvSpPr>
        <p:spPr>
          <a:xfrm>
            <a:off x="10591495" y="6400800"/>
            <a:ext cx="914400" cy="274320"/>
          </a:xfrm>
          <a:prstGeom prst="rect">
            <a:avLst/>
          </a:prstGeom>
          <a:noFill/>
          <a:ln/>
        </p:spPr>
        <p:txBody>
          <a:bodyPr wrap="square" lIns="0" tIns="0" rIns="0" bIns="0" rtlCol="0" anchor="ctr"/>
          <a:lstStyle/>
          <a:p>
            <a:pPr marL="0" indent="0" algn="r">
              <a:buNone/>
            </a:pPr>
            <a:r>
              <a:rPr lang="en-US" sz="1000" dirty="0">
                <a:solidFill>
                  <a:srgbClr val="5C574F"/>
                </a:solidFill>
                <a:latin typeface="Calibri" pitchFamily="34" charset="0"/>
                <a:ea typeface="Calibri" pitchFamily="34" charset="-122"/>
                <a:cs typeface="Calibri" pitchFamily="34" charset="-120"/>
              </a:rPr>
              <a:t>15</a:t>
            </a:r>
            <a:endParaRPr lang="en-US" sz="1000" dirty="0"/>
          </a:p>
        </p:txBody>
      </p:sp>
      <p:sp>
        <p:nvSpPr>
          <p:cNvPr id="6" name="Text 4"/>
          <p:cNvSpPr/>
          <p:nvPr/>
        </p:nvSpPr>
        <p:spPr>
          <a:xfrm>
            <a:off x="685800" y="1691640"/>
            <a:ext cx="10058400" cy="868680"/>
          </a:xfrm>
          <a:prstGeom prst="rect">
            <a:avLst/>
          </a:prstGeom>
          <a:noFill/>
          <a:ln/>
        </p:spPr>
        <p:txBody>
          <a:bodyPr wrap="square" lIns="0" tIns="0" rIns="0" bIns="0" rtlCol="0" anchor="t"/>
          <a:lstStyle/>
          <a:p>
            <a:pPr marL="0" indent="0">
              <a:buNone/>
            </a:pPr>
            <a:r>
              <a:rPr lang="en-US" sz="2400" i="1" dirty="0">
                <a:solidFill>
                  <a:srgbClr val="22201C"/>
                </a:solidFill>
                <a:latin typeface="Georgia" pitchFamily="34" charset="0"/>
                <a:ea typeface="Georgia" pitchFamily="34" charset="-122"/>
                <a:cs typeface="Georgia" pitchFamily="34" charset="-120"/>
              </a:rPr>
              <a:t>“As newborn babes, desire the sincere milk of the word, that ye may grow thereby.”</a:t>
            </a:r>
            <a:endParaRPr lang="en-US" sz="2400" dirty="0"/>
          </a:p>
        </p:txBody>
      </p:sp>
      <p:sp>
        <p:nvSpPr>
          <p:cNvPr id="7" name="Text 5"/>
          <p:cNvSpPr/>
          <p:nvPr/>
        </p:nvSpPr>
        <p:spPr>
          <a:xfrm>
            <a:off x="685800" y="2606040"/>
            <a:ext cx="10820095" cy="320040"/>
          </a:xfrm>
          <a:prstGeom prst="rect">
            <a:avLst/>
          </a:prstGeom>
          <a:noFill/>
          <a:ln/>
        </p:spPr>
        <p:txBody>
          <a:bodyPr wrap="square" lIns="0" tIns="0" rIns="0" bIns="0" rtlCol="0" anchor="ctr"/>
          <a:lstStyle/>
          <a:p>
            <a:pPr marL="0" indent="0">
              <a:buNone/>
            </a:pPr>
            <a:r>
              <a:rPr lang="en-US" sz="1600" b="1" dirty="0">
                <a:solidFill>
                  <a:srgbClr val="8F4519"/>
                </a:solidFill>
                <a:latin typeface="Calibri" pitchFamily="34" charset="0"/>
                <a:ea typeface="Calibri" pitchFamily="34" charset="-122"/>
                <a:cs typeface="Calibri" pitchFamily="34" charset="-120"/>
              </a:rPr>
              <a:t>1 Peter 2:2</a:t>
            </a:r>
            <a:r>
              <a:rPr lang="en-US" sz="1600" dirty="0">
                <a:solidFill>
                  <a:srgbClr val="5C574F"/>
                </a:solidFill>
                <a:latin typeface="Calibri" pitchFamily="34" charset="0"/>
                <a:ea typeface="Calibri" pitchFamily="34" charset="-122"/>
                <a:cs typeface="Calibri" pitchFamily="34" charset="-120"/>
              </a:rPr>
              <a:t>   A baby who never eats does not stay a baby; it dies.</a:t>
            </a:r>
            <a:endParaRPr lang="en-US" sz="1600" dirty="0"/>
          </a:p>
        </p:txBody>
      </p:sp>
      <p:sp>
        <p:nvSpPr>
          <p:cNvPr id="8" name="Shape 6"/>
          <p:cNvSpPr/>
          <p:nvPr/>
        </p:nvSpPr>
        <p:spPr>
          <a:xfrm>
            <a:off x="685800" y="3291840"/>
            <a:ext cx="3423818" cy="0"/>
          </a:xfrm>
          <a:prstGeom prst="line">
            <a:avLst/>
          </a:prstGeom>
          <a:noFill/>
          <a:ln w="28575">
            <a:solidFill>
              <a:srgbClr val="8F4519"/>
            </a:solidFill>
            <a:prstDash val="solid"/>
          </a:ln>
        </p:spPr>
        <p:txBody>
          <a:bodyPr/>
          <a:lstStyle/>
          <a:p>
            <a:endParaRPr lang="en-US"/>
          </a:p>
        </p:txBody>
      </p:sp>
      <p:sp>
        <p:nvSpPr>
          <p:cNvPr id="9" name="Text 7"/>
          <p:cNvSpPr/>
          <p:nvPr/>
        </p:nvSpPr>
        <p:spPr>
          <a:xfrm>
            <a:off x="685800" y="3566160"/>
            <a:ext cx="914400" cy="365760"/>
          </a:xfrm>
          <a:prstGeom prst="rect">
            <a:avLst/>
          </a:prstGeom>
          <a:noFill/>
          <a:ln/>
        </p:spPr>
        <p:txBody>
          <a:bodyPr wrap="square" lIns="0" tIns="0" rIns="0" bIns="0" rtlCol="0" anchor="ctr"/>
          <a:lstStyle/>
          <a:p>
            <a:pPr marL="0" indent="0">
              <a:buNone/>
            </a:pPr>
            <a:r>
              <a:rPr lang="en-US" sz="1400" b="1" kern="0" spc="200" dirty="0">
                <a:solidFill>
                  <a:srgbClr val="8F4519"/>
                </a:solidFill>
                <a:latin typeface="Calibri" pitchFamily="34" charset="0"/>
                <a:ea typeface="Calibri" pitchFamily="34" charset="-122"/>
                <a:cs typeface="Calibri" pitchFamily="34" charset="-120"/>
              </a:rPr>
              <a:t>01</a:t>
            </a:r>
            <a:endParaRPr lang="en-US" sz="1400" dirty="0"/>
          </a:p>
        </p:txBody>
      </p:sp>
      <p:sp>
        <p:nvSpPr>
          <p:cNvPr id="10" name="Text 8"/>
          <p:cNvSpPr/>
          <p:nvPr/>
        </p:nvSpPr>
        <p:spPr>
          <a:xfrm>
            <a:off x="685800" y="3977640"/>
            <a:ext cx="3423818" cy="548640"/>
          </a:xfrm>
          <a:prstGeom prst="rect">
            <a:avLst/>
          </a:prstGeom>
          <a:noFill/>
          <a:ln/>
        </p:spPr>
        <p:txBody>
          <a:bodyPr wrap="square" lIns="0" tIns="0" rIns="0" bIns="0" rtlCol="0" anchor="ctr"/>
          <a:lstStyle/>
          <a:p>
            <a:pPr marL="0" indent="0">
              <a:buNone/>
            </a:pPr>
            <a:r>
              <a:rPr lang="en-US" sz="2800" b="1" dirty="0">
                <a:solidFill>
                  <a:srgbClr val="22201C"/>
                </a:solidFill>
                <a:latin typeface="Georgia" pitchFamily="34" charset="0"/>
                <a:ea typeface="Georgia" pitchFamily="34" charset="-122"/>
                <a:cs typeface="Georgia" pitchFamily="34" charset="-120"/>
              </a:rPr>
              <a:t>The Word</a:t>
            </a:r>
            <a:endParaRPr lang="en-US" sz="2800" dirty="0"/>
          </a:p>
        </p:txBody>
      </p:sp>
      <p:sp>
        <p:nvSpPr>
          <p:cNvPr id="11" name="Text 9"/>
          <p:cNvSpPr/>
          <p:nvPr/>
        </p:nvSpPr>
        <p:spPr>
          <a:xfrm>
            <a:off x="685800" y="4572000"/>
            <a:ext cx="3423818" cy="411480"/>
          </a:xfrm>
          <a:prstGeom prst="rect">
            <a:avLst/>
          </a:prstGeom>
          <a:noFill/>
          <a:ln/>
        </p:spPr>
        <p:txBody>
          <a:bodyPr wrap="square" lIns="0" tIns="0" rIns="0" bIns="0" rtlCol="0" anchor="ctr"/>
          <a:lstStyle/>
          <a:p>
            <a:pPr marL="0" indent="0">
              <a:buNone/>
            </a:pPr>
            <a:r>
              <a:rPr lang="en-US" sz="1800" dirty="0">
                <a:solidFill>
                  <a:srgbClr val="5C574F"/>
                </a:solidFill>
                <a:latin typeface="Calibri" pitchFamily="34" charset="0"/>
                <a:ea typeface="Calibri" pitchFamily="34" charset="-122"/>
                <a:cs typeface="Calibri" pitchFamily="34" charset="-120"/>
              </a:rPr>
              <a:t>God speaks to you</a:t>
            </a:r>
            <a:endParaRPr lang="en-US" sz="1800" dirty="0"/>
          </a:p>
        </p:txBody>
      </p:sp>
      <p:sp>
        <p:nvSpPr>
          <p:cNvPr id="12" name="Text 10"/>
          <p:cNvSpPr/>
          <p:nvPr/>
        </p:nvSpPr>
        <p:spPr>
          <a:xfrm>
            <a:off x="685800" y="5257800"/>
            <a:ext cx="3423818" cy="274320"/>
          </a:xfrm>
          <a:prstGeom prst="rect">
            <a:avLst/>
          </a:prstGeom>
          <a:noFill/>
          <a:ln/>
        </p:spPr>
        <p:txBody>
          <a:bodyPr wrap="square" lIns="0" tIns="0" rIns="0" bIns="0" rtlCol="0" anchor="ctr"/>
          <a:lstStyle/>
          <a:p>
            <a:pPr marL="0" indent="0">
              <a:buNone/>
            </a:pPr>
            <a:r>
              <a:rPr lang="en-US" sz="1400" b="1" dirty="0">
                <a:solidFill>
                  <a:srgbClr val="8F4519"/>
                </a:solidFill>
                <a:latin typeface="Calibri" pitchFamily="34" charset="0"/>
                <a:ea typeface="Calibri" pitchFamily="34" charset="-122"/>
                <a:cs typeface="Calibri" pitchFamily="34" charset="-120"/>
              </a:rPr>
              <a:t>2 Timothy 3:16–17</a:t>
            </a:r>
            <a:endParaRPr lang="en-US" sz="1400" dirty="0"/>
          </a:p>
        </p:txBody>
      </p:sp>
      <p:sp>
        <p:nvSpPr>
          <p:cNvPr id="13" name="Shape 11"/>
          <p:cNvSpPr/>
          <p:nvPr/>
        </p:nvSpPr>
        <p:spPr>
          <a:xfrm>
            <a:off x="4383938" y="3291840"/>
            <a:ext cx="3423818" cy="0"/>
          </a:xfrm>
          <a:prstGeom prst="line">
            <a:avLst/>
          </a:prstGeom>
          <a:noFill/>
          <a:ln w="28575">
            <a:solidFill>
              <a:srgbClr val="8F4519"/>
            </a:solidFill>
            <a:prstDash val="solid"/>
          </a:ln>
        </p:spPr>
        <p:txBody>
          <a:bodyPr/>
          <a:lstStyle/>
          <a:p>
            <a:endParaRPr lang="en-US"/>
          </a:p>
        </p:txBody>
      </p:sp>
      <p:sp>
        <p:nvSpPr>
          <p:cNvPr id="14" name="Text 12"/>
          <p:cNvSpPr/>
          <p:nvPr/>
        </p:nvSpPr>
        <p:spPr>
          <a:xfrm>
            <a:off x="4383938" y="3566160"/>
            <a:ext cx="914400" cy="365760"/>
          </a:xfrm>
          <a:prstGeom prst="rect">
            <a:avLst/>
          </a:prstGeom>
          <a:noFill/>
          <a:ln/>
        </p:spPr>
        <p:txBody>
          <a:bodyPr wrap="square" lIns="0" tIns="0" rIns="0" bIns="0" rtlCol="0" anchor="ctr"/>
          <a:lstStyle/>
          <a:p>
            <a:pPr marL="0" indent="0">
              <a:buNone/>
            </a:pPr>
            <a:r>
              <a:rPr lang="en-US" sz="1400" b="1" kern="0" spc="200" dirty="0">
                <a:solidFill>
                  <a:srgbClr val="8F4519"/>
                </a:solidFill>
                <a:latin typeface="Calibri" pitchFamily="34" charset="0"/>
                <a:ea typeface="Calibri" pitchFamily="34" charset="-122"/>
                <a:cs typeface="Calibri" pitchFamily="34" charset="-120"/>
              </a:rPr>
              <a:t>02</a:t>
            </a:r>
            <a:endParaRPr lang="en-US" sz="1400" dirty="0"/>
          </a:p>
        </p:txBody>
      </p:sp>
      <p:sp>
        <p:nvSpPr>
          <p:cNvPr id="15" name="Text 13"/>
          <p:cNvSpPr/>
          <p:nvPr/>
        </p:nvSpPr>
        <p:spPr>
          <a:xfrm>
            <a:off x="4383938" y="3977640"/>
            <a:ext cx="3423818" cy="548640"/>
          </a:xfrm>
          <a:prstGeom prst="rect">
            <a:avLst/>
          </a:prstGeom>
          <a:noFill/>
          <a:ln/>
        </p:spPr>
        <p:txBody>
          <a:bodyPr wrap="square" lIns="0" tIns="0" rIns="0" bIns="0" rtlCol="0" anchor="ctr"/>
          <a:lstStyle/>
          <a:p>
            <a:pPr marL="0" indent="0">
              <a:buNone/>
            </a:pPr>
            <a:r>
              <a:rPr lang="en-US" sz="2800" b="1" dirty="0">
                <a:solidFill>
                  <a:srgbClr val="22201C"/>
                </a:solidFill>
                <a:latin typeface="Georgia" pitchFamily="34" charset="0"/>
                <a:ea typeface="Georgia" pitchFamily="34" charset="-122"/>
                <a:cs typeface="Georgia" pitchFamily="34" charset="-120"/>
              </a:rPr>
              <a:t>Prayer</a:t>
            </a:r>
            <a:endParaRPr lang="en-US" sz="2800" dirty="0"/>
          </a:p>
        </p:txBody>
      </p:sp>
      <p:sp>
        <p:nvSpPr>
          <p:cNvPr id="16" name="Text 14"/>
          <p:cNvSpPr/>
          <p:nvPr/>
        </p:nvSpPr>
        <p:spPr>
          <a:xfrm>
            <a:off x="4383938" y="4572000"/>
            <a:ext cx="3423818" cy="411480"/>
          </a:xfrm>
          <a:prstGeom prst="rect">
            <a:avLst/>
          </a:prstGeom>
          <a:noFill/>
          <a:ln/>
        </p:spPr>
        <p:txBody>
          <a:bodyPr wrap="square" lIns="0" tIns="0" rIns="0" bIns="0" rtlCol="0" anchor="ctr"/>
          <a:lstStyle/>
          <a:p>
            <a:pPr marL="0" indent="0">
              <a:buNone/>
            </a:pPr>
            <a:r>
              <a:rPr lang="en-US" sz="1800" dirty="0">
                <a:solidFill>
                  <a:srgbClr val="5C574F"/>
                </a:solidFill>
                <a:latin typeface="Calibri" pitchFamily="34" charset="0"/>
                <a:ea typeface="Calibri" pitchFamily="34" charset="-122"/>
                <a:cs typeface="Calibri" pitchFamily="34" charset="-120"/>
              </a:rPr>
              <a:t>You speak to God</a:t>
            </a:r>
            <a:endParaRPr lang="en-US" sz="1800" dirty="0"/>
          </a:p>
        </p:txBody>
      </p:sp>
      <p:sp>
        <p:nvSpPr>
          <p:cNvPr id="17" name="Text 15"/>
          <p:cNvSpPr/>
          <p:nvPr/>
        </p:nvSpPr>
        <p:spPr>
          <a:xfrm>
            <a:off x="4383938" y="5257800"/>
            <a:ext cx="3423818" cy="274320"/>
          </a:xfrm>
          <a:prstGeom prst="rect">
            <a:avLst/>
          </a:prstGeom>
          <a:noFill/>
          <a:ln/>
        </p:spPr>
        <p:txBody>
          <a:bodyPr wrap="square" lIns="0" tIns="0" rIns="0" bIns="0" rtlCol="0" anchor="ctr"/>
          <a:lstStyle/>
          <a:p>
            <a:pPr marL="0" indent="0">
              <a:buNone/>
            </a:pPr>
            <a:r>
              <a:rPr lang="en-US" sz="1400" b="1" dirty="0">
                <a:solidFill>
                  <a:srgbClr val="8F4519"/>
                </a:solidFill>
                <a:latin typeface="Calibri" pitchFamily="34" charset="0"/>
                <a:ea typeface="Calibri" pitchFamily="34" charset="-122"/>
                <a:cs typeface="Calibri" pitchFamily="34" charset="-120"/>
              </a:rPr>
              <a:t>Philippians 4:6</a:t>
            </a:r>
            <a:endParaRPr lang="en-US" sz="1400" dirty="0"/>
          </a:p>
        </p:txBody>
      </p:sp>
      <p:sp>
        <p:nvSpPr>
          <p:cNvPr id="18" name="Shape 16"/>
          <p:cNvSpPr/>
          <p:nvPr/>
        </p:nvSpPr>
        <p:spPr>
          <a:xfrm>
            <a:off x="8082077" y="3291840"/>
            <a:ext cx="3423818" cy="0"/>
          </a:xfrm>
          <a:prstGeom prst="line">
            <a:avLst/>
          </a:prstGeom>
          <a:noFill/>
          <a:ln w="28575">
            <a:solidFill>
              <a:srgbClr val="8F4519"/>
            </a:solidFill>
            <a:prstDash val="solid"/>
          </a:ln>
        </p:spPr>
        <p:txBody>
          <a:bodyPr/>
          <a:lstStyle/>
          <a:p>
            <a:endParaRPr lang="en-US"/>
          </a:p>
        </p:txBody>
      </p:sp>
      <p:sp>
        <p:nvSpPr>
          <p:cNvPr id="19" name="Text 17"/>
          <p:cNvSpPr/>
          <p:nvPr/>
        </p:nvSpPr>
        <p:spPr>
          <a:xfrm>
            <a:off x="8082077" y="3566160"/>
            <a:ext cx="914400" cy="365760"/>
          </a:xfrm>
          <a:prstGeom prst="rect">
            <a:avLst/>
          </a:prstGeom>
          <a:noFill/>
          <a:ln/>
        </p:spPr>
        <p:txBody>
          <a:bodyPr wrap="square" lIns="0" tIns="0" rIns="0" bIns="0" rtlCol="0" anchor="ctr"/>
          <a:lstStyle/>
          <a:p>
            <a:pPr marL="0" indent="0">
              <a:buNone/>
            </a:pPr>
            <a:r>
              <a:rPr lang="en-US" sz="1400" b="1" kern="0" spc="200" dirty="0">
                <a:solidFill>
                  <a:srgbClr val="8F4519"/>
                </a:solidFill>
                <a:latin typeface="Calibri" pitchFamily="34" charset="0"/>
                <a:ea typeface="Calibri" pitchFamily="34" charset="-122"/>
                <a:cs typeface="Calibri" pitchFamily="34" charset="-120"/>
              </a:rPr>
              <a:t>03</a:t>
            </a:r>
            <a:endParaRPr lang="en-US" sz="1400" dirty="0"/>
          </a:p>
        </p:txBody>
      </p:sp>
      <p:sp>
        <p:nvSpPr>
          <p:cNvPr id="20" name="Text 18"/>
          <p:cNvSpPr/>
          <p:nvPr/>
        </p:nvSpPr>
        <p:spPr>
          <a:xfrm>
            <a:off x="8082077" y="3977640"/>
            <a:ext cx="3423818" cy="548640"/>
          </a:xfrm>
          <a:prstGeom prst="rect">
            <a:avLst/>
          </a:prstGeom>
          <a:noFill/>
          <a:ln/>
        </p:spPr>
        <p:txBody>
          <a:bodyPr wrap="square" lIns="0" tIns="0" rIns="0" bIns="0" rtlCol="0" anchor="ctr"/>
          <a:lstStyle/>
          <a:p>
            <a:pPr marL="0" indent="0">
              <a:buNone/>
            </a:pPr>
            <a:r>
              <a:rPr lang="en-US" sz="2800" b="1" dirty="0">
                <a:solidFill>
                  <a:srgbClr val="22201C"/>
                </a:solidFill>
                <a:latin typeface="Georgia" pitchFamily="34" charset="0"/>
                <a:ea typeface="Georgia" pitchFamily="34" charset="-122"/>
                <a:cs typeface="Georgia" pitchFamily="34" charset="-120"/>
              </a:rPr>
              <a:t>The assembly</a:t>
            </a:r>
            <a:endParaRPr lang="en-US" sz="2800" dirty="0"/>
          </a:p>
        </p:txBody>
      </p:sp>
      <p:sp>
        <p:nvSpPr>
          <p:cNvPr id="21" name="Text 19"/>
          <p:cNvSpPr/>
          <p:nvPr/>
        </p:nvSpPr>
        <p:spPr>
          <a:xfrm>
            <a:off x="8082077" y="4572000"/>
            <a:ext cx="3423818" cy="411480"/>
          </a:xfrm>
          <a:prstGeom prst="rect">
            <a:avLst/>
          </a:prstGeom>
          <a:noFill/>
          <a:ln/>
        </p:spPr>
        <p:txBody>
          <a:bodyPr wrap="square" lIns="0" tIns="0" rIns="0" bIns="0" rtlCol="0" anchor="ctr"/>
          <a:lstStyle/>
          <a:p>
            <a:pPr marL="0" indent="0">
              <a:buNone/>
            </a:pPr>
            <a:r>
              <a:rPr lang="en-US" sz="1800" dirty="0">
                <a:solidFill>
                  <a:srgbClr val="5C574F"/>
                </a:solidFill>
                <a:latin typeface="Calibri" pitchFamily="34" charset="0"/>
                <a:ea typeface="Calibri" pitchFamily="34" charset="-122"/>
                <a:cs typeface="Calibri" pitchFamily="34" charset="-120"/>
              </a:rPr>
              <a:t>You worship with the saints</a:t>
            </a:r>
            <a:endParaRPr lang="en-US" sz="1800" dirty="0"/>
          </a:p>
        </p:txBody>
      </p:sp>
      <p:sp>
        <p:nvSpPr>
          <p:cNvPr id="22" name="Text 20"/>
          <p:cNvSpPr/>
          <p:nvPr/>
        </p:nvSpPr>
        <p:spPr>
          <a:xfrm>
            <a:off x="8082077" y="5257800"/>
            <a:ext cx="3423818" cy="274320"/>
          </a:xfrm>
          <a:prstGeom prst="rect">
            <a:avLst/>
          </a:prstGeom>
          <a:noFill/>
          <a:ln/>
        </p:spPr>
        <p:txBody>
          <a:bodyPr wrap="square" lIns="0" tIns="0" rIns="0" bIns="0" rtlCol="0" anchor="ctr"/>
          <a:lstStyle/>
          <a:p>
            <a:pPr marL="0" indent="0">
              <a:buNone/>
            </a:pPr>
            <a:r>
              <a:rPr lang="en-US" sz="1400" b="1" dirty="0">
                <a:solidFill>
                  <a:srgbClr val="8F4519"/>
                </a:solidFill>
                <a:latin typeface="Calibri" pitchFamily="34" charset="0"/>
                <a:ea typeface="Calibri" pitchFamily="34" charset="-122"/>
                <a:cs typeface="Calibri" pitchFamily="34" charset="-120"/>
              </a:rPr>
              <a:t>Hebrews 10:24–25</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2EA"/>
        </a:solidFill>
        <a:effectLst/>
      </p:bgPr>
    </p:bg>
    <p:spTree>
      <p:nvGrpSpPr>
        <p:cNvPr id="1" name=""/>
        <p:cNvGrpSpPr/>
        <p:nvPr/>
      </p:nvGrpSpPr>
      <p:grpSpPr>
        <a:xfrm>
          <a:off x="0" y="0"/>
          <a:ext cx="0" cy="0"/>
          <a:chOff x="0" y="0"/>
          <a:chExt cx="0" cy="0"/>
        </a:xfrm>
      </p:grpSpPr>
      <p:sp>
        <p:nvSpPr>
          <p:cNvPr id="2" name="Text 0"/>
          <p:cNvSpPr/>
          <p:nvPr/>
        </p:nvSpPr>
        <p:spPr>
          <a:xfrm>
            <a:off x="685800" y="502920"/>
            <a:ext cx="10820095" cy="274320"/>
          </a:xfrm>
          <a:prstGeom prst="rect">
            <a:avLst/>
          </a:prstGeom>
          <a:noFill/>
          <a:ln/>
        </p:spPr>
        <p:txBody>
          <a:bodyPr wrap="square" lIns="0" tIns="0" rIns="0" bIns="0" rtlCol="0" anchor="ctr"/>
          <a:lstStyle/>
          <a:p>
            <a:pPr marL="0" indent="0">
              <a:buNone/>
            </a:pPr>
            <a:r>
              <a:rPr lang="en-US" sz="1200" b="1" kern="0" spc="300" dirty="0">
                <a:solidFill>
                  <a:srgbClr val="8F4519"/>
                </a:solidFill>
                <a:latin typeface="Calibri" pitchFamily="34" charset="0"/>
                <a:ea typeface="Calibri" pitchFamily="34" charset="-122"/>
                <a:cs typeface="Calibri" pitchFamily="34" charset="-120"/>
              </a:rPr>
              <a:t>LESSON 2 · THE WORD OF GOD</a:t>
            </a:r>
            <a:endParaRPr lang="en-US" sz="1200" dirty="0"/>
          </a:p>
        </p:txBody>
      </p:sp>
      <p:sp>
        <p:nvSpPr>
          <p:cNvPr id="3" name="Text 1"/>
          <p:cNvSpPr/>
          <p:nvPr/>
        </p:nvSpPr>
        <p:spPr>
          <a:xfrm>
            <a:off x="685800" y="822960"/>
            <a:ext cx="10820095" cy="777240"/>
          </a:xfrm>
          <a:prstGeom prst="rect">
            <a:avLst/>
          </a:prstGeom>
          <a:noFill/>
          <a:ln/>
        </p:spPr>
        <p:txBody>
          <a:bodyPr wrap="square" lIns="0" tIns="0" rIns="0" bIns="0" rtlCol="0" anchor="t"/>
          <a:lstStyle/>
          <a:p>
            <a:pPr marL="0" indent="0">
              <a:buNone/>
            </a:pPr>
            <a:r>
              <a:rPr lang="en-US" sz="3400" b="1" dirty="0">
                <a:solidFill>
                  <a:srgbClr val="22201C"/>
                </a:solidFill>
                <a:latin typeface="Georgia" pitchFamily="34" charset="0"/>
                <a:ea typeface="Georgia" pitchFamily="34" charset="-122"/>
                <a:cs typeface="Georgia" pitchFamily="34" charset="-120"/>
              </a:rPr>
              <a:t>How we got the Bible</a:t>
            </a:r>
            <a:endParaRPr lang="en-US" sz="3400" dirty="0"/>
          </a:p>
        </p:txBody>
      </p:sp>
      <p:sp>
        <p:nvSpPr>
          <p:cNvPr id="4" name="Text 2"/>
          <p:cNvSpPr/>
          <p:nvPr/>
        </p:nvSpPr>
        <p:spPr>
          <a:xfrm>
            <a:off x="685800" y="6400800"/>
            <a:ext cx="5486400" cy="274320"/>
          </a:xfrm>
          <a:prstGeom prst="rect">
            <a:avLst/>
          </a:prstGeom>
          <a:noFill/>
          <a:ln/>
        </p:spPr>
        <p:txBody>
          <a:bodyPr wrap="square" lIns="0" tIns="0" rIns="0" bIns="0" rtlCol="0" anchor="ctr"/>
          <a:lstStyle/>
          <a:p>
            <a:pPr marL="0" indent="0">
              <a:buNone/>
            </a:pPr>
            <a:r>
              <a:rPr lang="en-US" sz="1000" dirty="0">
                <a:solidFill>
                  <a:srgbClr val="5C574F"/>
                </a:solidFill>
                <a:latin typeface="Calibri" pitchFamily="34" charset="0"/>
                <a:ea typeface="Calibri" pitchFamily="34" charset="-122"/>
                <a:cs typeface="Calibri" pitchFamily="34" charset="-120"/>
              </a:rPr>
              <a:t>Welcome to the Family of God</a:t>
            </a:r>
            <a:endParaRPr lang="en-US" sz="1000" dirty="0"/>
          </a:p>
        </p:txBody>
      </p:sp>
      <p:sp>
        <p:nvSpPr>
          <p:cNvPr id="5" name="Text 3"/>
          <p:cNvSpPr/>
          <p:nvPr/>
        </p:nvSpPr>
        <p:spPr>
          <a:xfrm>
            <a:off x="10591495" y="6400800"/>
            <a:ext cx="914400" cy="274320"/>
          </a:xfrm>
          <a:prstGeom prst="rect">
            <a:avLst/>
          </a:prstGeom>
          <a:noFill/>
          <a:ln/>
        </p:spPr>
        <p:txBody>
          <a:bodyPr wrap="square" lIns="0" tIns="0" rIns="0" bIns="0" rtlCol="0" anchor="ctr"/>
          <a:lstStyle/>
          <a:p>
            <a:pPr marL="0" indent="0" algn="r">
              <a:buNone/>
            </a:pPr>
            <a:r>
              <a:rPr lang="en-US" sz="1000" dirty="0">
                <a:solidFill>
                  <a:srgbClr val="5C574F"/>
                </a:solidFill>
                <a:latin typeface="Calibri" pitchFamily="34" charset="0"/>
                <a:ea typeface="Calibri" pitchFamily="34" charset="-122"/>
                <a:cs typeface="Calibri" pitchFamily="34" charset="-120"/>
              </a:rPr>
              <a:t>16</a:t>
            </a:r>
            <a:endParaRPr lang="en-US" sz="1000" dirty="0"/>
          </a:p>
        </p:txBody>
      </p:sp>
      <p:sp>
        <p:nvSpPr>
          <p:cNvPr id="6" name="Shape 4"/>
          <p:cNvSpPr/>
          <p:nvPr/>
        </p:nvSpPr>
        <p:spPr>
          <a:xfrm>
            <a:off x="685800" y="1783080"/>
            <a:ext cx="2396414" cy="0"/>
          </a:xfrm>
          <a:prstGeom prst="line">
            <a:avLst/>
          </a:prstGeom>
          <a:noFill/>
          <a:ln w="28575">
            <a:solidFill>
              <a:srgbClr val="8F4519"/>
            </a:solidFill>
            <a:prstDash val="solid"/>
          </a:ln>
        </p:spPr>
        <p:txBody>
          <a:bodyPr/>
          <a:lstStyle/>
          <a:p>
            <a:endParaRPr lang="en-US"/>
          </a:p>
        </p:txBody>
      </p:sp>
      <p:sp>
        <p:nvSpPr>
          <p:cNvPr id="7" name="Text 5"/>
          <p:cNvSpPr/>
          <p:nvPr/>
        </p:nvSpPr>
        <p:spPr>
          <a:xfrm>
            <a:off x="685800" y="1984248"/>
            <a:ext cx="2396414" cy="1554480"/>
          </a:xfrm>
          <a:prstGeom prst="rect">
            <a:avLst/>
          </a:prstGeom>
          <a:noFill/>
          <a:ln/>
        </p:spPr>
        <p:txBody>
          <a:bodyPr wrap="square" lIns="0" tIns="0" rIns="0" bIns="0" rtlCol="0" anchor="t"/>
          <a:lstStyle/>
          <a:p>
            <a:pPr marL="0" indent="0">
              <a:lnSpc>
                <a:spcPct val="110000"/>
              </a:lnSpc>
              <a:spcAft>
                <a:spcPts val="600"/>
              </a:spcAft>
              <a:buNone/>
            </a:pPr>
            <a:r>
              <a:rPr lang="en-US" sz="1800" b="1" dirty="0">
                <a:solidFill>
                  <a:srgbClr val="22201C"/>
                </a:solidFill>
                <a:latin typeface="Calibri" pitchFamily="34" charset="0"/>
                <a:ea typeface="Calibri" pitchFamily="34" charset="-122"/>
                <a:cs typeface="Calibri" pitchFamily="34" charset="-120"/>
              </a:rPr>
              <a:t>God breathed it</a:t>
            </a:r>
            <a:endParaRPr lang="en-US" sz="1800" dirty="0"/>
          </a:p>
          <a:p>
            <a:pPr marL="0" indent="0">
              <a:lnSpc>
                <a:spcPct val="110000"/>
              </a:lnSpc>
              <a:buNone/>
            </a:pPr>
            <a:r>
              <a:rPr lang="en-US" sz="1500" dirty="0">
                <a:solidFill>
                  <a:srgbClr val="5C574F"/>
                </a:solidFill>
                <a:latin typeface="Calibri" pitchFamily="34" charset="0"/>
                <a:ea typeface="Calibri" pitchFamily="34" charset="-122"/>
                <a:cs typeface="Calibri" pitchFamily="34" charset="-120"/>
              </a:rPr>
              <a:t>All Scripture is given by inspiration of God.</a:t>
            </a:r>
            <a:endParaRPr lang="en-US" sz="1800" dirty="0"/>
          </a:p>
        </p:txBody>
      </p:sp>
      <p:sp>
        <p:nvSpPr>
          <p:cNvPr id="8" name="Text 6"/>
          <p:cNvSpPr/>
          <p:nvPr/>
        </p:nvSpPr>
        <p:spPr>
          <a:xfrm>
            <a:off x="685800" y="3566160"/>
            <a:ext cx="2396414" cy="274320"/>
          </a:xfrm>
          <a:prstGeom prst="rect">
            <a:avLst/>
          </a:prstGeom>
          <a:noFill/>
          <a:ln/>
        </p:spPr>
        <p:txBody>
          <a:bodyPr wrap="square" lIns="0" tIns="0" rIns="0" bIns="0" rtlCol="0" anchor="b"/>
          <a:lstStyle/>
          <a:p>
            <a:pPr marL="0" indent="0">
              <a:buNone/>
            </a:pPr>
            <a:r>
              <a:rPr lang="en-US" sz="1300" b="1" dirty="0">
                <a:solidFill>
                  <a:srgbClr val="8F4519"/>
                </a:solidFill>
                <a:latin typeface="Calibri" pitchFamily="34" charset="0"/>
                <a:ea typeface="Calibri" pitchFamily="34" charset="-122"/>
                <a:cs typeface="Calibri" pitchFamily="34" charset="-120"/>
              </a:rPr>
              <a:t>2 Tim. 3:16–17</a:t>
            </a:r>
            <a:endParaRPr lang="en-US" sz="1300" dirty="0"/>
          </a:p>
        </p:txBody>
      </p:sp>
      <p:sp>
        <p:nvSpPr>
          <p:cNvPr id="9" name="Shape 7"/>
          <p:cNvSpPr/>
          <p:nvPr/>
        </p:nvSpPr>
        <p:spPr>
          <a:xfrm>
            <a:off x="3191942" y="2775204"/>
            <a:ext cx="182880" cy="256032"/>
          </a:xfrm>
          <a:prstGeom prst="chevron">
            <a:avLst/>
          </a:prstGeom>
          <a:solidFill>
            <a:srgbClr val="8F4519"/>
          </a:solidFill>
          <a:ln w="12700">
            <a:solidFill>
              <a:srgbClr val="8F4519"/>
            </a:solidFill>
            <a:prstDash val="solid"/>
          </a:ln>
        </p:spPr>
        <p:txBody>
          <a:bodyPr/>
          <a:lstStyle/>
          <a:p>
            <a:endParaRPr lang="en-US"/>
          </a:p>
        </p:txBody>
      </p:sp>
      <p:sp>
        <p:nvSpPr>
          <p:cNvPr id="10" name="Shape 8"/>
          <p:cNvSpPr/>
          <p:nvPr/>
        </p:nvSpPr>
        <p:spPr>
          <a:xfrm>
            <a:off x="3493694" y="1783080"/>
            <a:ext cx="2396414" cy="0"/>
          </a:xfrm>
          <a:prstGeom prst="line">
            <a:avLst/>
          </a:prstGeom>
          <a:noFill/>
          <a:ln w="12700">
            <a:solidFill>
              <a:srgbClr val="DDD4C4"/>
            </a:solidFill>
            <a:prstDash val="solid"/>
          </a:ln>
        </p:spPr>
        <p:txBody>
          <a:bodyPr/>
          <a:lstStyle/>
          <a:p>
            <a:endParaRPr lang="en-US"/>
          </a:p>
        </p:txBody>
      </p:sp>
      <p:sp>
        <p:nvSpPr>
          <p:cNvPr id="11" name="Text 9"/>
          <p:cNvSpPr/>
          <p:nvPr/>
        </p:nvSpPr>
        <p:spPr>
          <a:xfrm>
            <a:off x="3493694" y="1984248"/>
            <a:ext cx="2396414" cy="1554480"/>
          </a:xfrm>
          <a:prstGeom prst="rect">
            <a:avLst/>
          </a:prstGeom>
          <a:noFill/>
          <a:ln/>
        </p:spPr>
        <p:txBody>
          <a:bodyPr wrap="square" lIns="0" tIns="0" rIns="0" bIns="0" rtlCol="0" anchor="t"/>
          <a:lstStyle/>
          <a:p>
            <a:pPr marL="0" indent="0">
              <a:lnSpc>
                <a:spcPct val="110000"/>
              </a:lnSpc>
              <a:spcAft>
                <a:spcPts val="600"/>
              </a:spcAft>
              <a:buNone/>
            </a:pPr>
            <a:r>
              <a:rPr lang="en-US" sz="1800" b="1" dirty="0">
                <a:solidFill>
                  <a:srgbClr val="22201C"/>
                </a:solidFill>
                <a:latin typeface="Calibri" pitchFamily="34" charset="0"/>
                <a:ea typeface="Calibri" pitchFamily="34" charset="-122"/>
                <a:cs typeface="Calibri" pitchFamily="34" charset="-120"/>
              </a:rPr>
              <a:t>Spirit-led men wrote it</a:t>
            </a:r>
            <a:endParaRPr lang="en-US" sz="1800" dirty="0"/>
          </a:p>
          <a:p>
            <a:pPr marL="0" indent="0">
              <a:lnSpc>
                <a:spcPct val="110000"/>
              </a:lnSpc>
              <a:buNone/>
            </a:pPr>
            <a:r>
              <a:rPr lang="en-US" sz="1500" dirty="0">
                <a:solidFill>
                  <a:srgbClr val="5C574F"/>
                </a:solidFill>
                <a:latin typeface="Calibri" pitchFamily="34" charset="0"/>
                <a:ea typeface="Calibri" pitchFamily="34" charset="-122"/>
                <a:cs typeface="Calibri" pitchFamily="34" charset="-120"/>
              </a:rPr>
              <a:t>Holy men spoke as moved by the Holy Spirit.</a:t>
            </a:r>
            <a:endParaRPr lang="en-US" sz="1800" dirty="0"/>
          </a:p>
        </p:txBody>
      </p:sp>
      <p:sp>
        <p:nvSpPr>
          <p:cNvPr id="12" name="Text 10"/>
          <p:cNvSpPr/>
          <p:nvPr/>
        </p:nvSpPr>
        <p:spPr>
          <a:xfrm>
            <a:off x="3493694" y="3566160"/>
            <a:ext cx="2396414" cy="274320"/>
          </a:xfrm>
          <a:prstGeom prst="rect">
            <a:avLst/>
          </a:prstGeom>
          <a:noFill/>
          <a:ln/>
        </p:spPr>
        <p:txBody>
          <a:bodyPr wrap="square" lIns="0" tIns="0" rIns="0" bIns="0" rtlCol="0" anchor="b"/>
          <a:lstStyle/>
          <a:p>
            <a:pPr marL="0" indent="0">
              <a:buNone/>
            </a:pPr>
            <a:r>
              <a:rPr lang="en-US" sz="1300" b="1" dirty="0">
                <a:solidFill>
                  <a:srgbClr val="8F4519"/>
                </a:solidFill>
                <a:latin typeface="Calibri" pitchFamily="34" charset="0"/>
                <a:ea typeface="Calibri" pitchFamily="34" charset="-122"/>
                <a:cs typeface="Calibri" pitchFamily="34" charset="-120"/>
              </a:rPr>
              <a:t>2 Pet. 1:20–21</a:t>
            </a:r>
            <a:endParaRPr lang="en-US" sz="1300" dirty="0"/>
          </a:p>
        </p:txBody>
      </p:sp>
      <p:sp>
        <p:nvSpPr>
          <p:cNvPr id="13" name="Shape 11"/>
          <p:cNvSpPr/>
          <p:nvPr/>
        </p:nvSpPr>
        <p:spPr>
          <a:xfrm>
            <a:off x="5999836" y="2775204"/>
            <a:ext cx="182880" cy="256032"/>
          </a:xfrm>
          <a:prstGeom prst="chevron">
            <a:avLst/>
          </a:prstGeom>
          <a:solidFill>
            <a:srgbClr val="8F4519"/>
          </a:solidFill>
          <a:ln w="12700">
            <a:solidFill>
              <a:srgbClr val="8F4519"/>
            </a:solidFill>
            <a:prstDash val="solid"/>
          </a:ln>
        </p:spPr>
        <p:txBody>
          <a:bodyPr/>
          <a:lstStyle/>
          <a:p>
            <a:endParaRPr lang="en-US"/>
          </a:p>
        </p:txBody>
      </p:sp>
      <p:sp>
        <p:nvSpPr>
          <p:cNvPr id="14" name="Shape 12"/>
          <p:cNvSpPr/>
          <p:nvPr/>
        </p:nvSpPr>
        <p:spPr>
          <a:xfrm>
            <a:off x="6301588" y="1783080"/>
            <a:ext cx="2396414" cy="0"/>
          </a:xfrm>
          <a:prstGeom prst="line">
            <a:avLst/>
          </a:prstGeom>
          <a:noFill/>
          <a:ln w="12700">
            <a:solidFill>
              <a:srgbClr val="DDD4C4"/>
            </a:solidFill>
            <a:prstDash val="solid"/>
          </a:ln>
        </p:spPr>
        <p:txBody>
          <a:bodyPr/>
          <a:lstStyle/>
          <a:p>
            <a:endParaRPr lang="en-US"/>
          </a:p>
        </p:txBody>
      </p:sp>
      <p:sp>
        <p:nvSpPr>
          <p:cNvPr id="15" name="Text 13"/>
          <p:cNvSpPr/>
          <p:nvPr/>
        </p:nvSpPr>
        <p:spPr>
          <a:xfrm>
            <a:off x="6301588" y="1984248"/>
            <a:ext cx="2396414" cy="1554480"/>
          </a:xfrm>
          <a:prstGeom prst="rect">
            <a:avLst/>
          </a:prstGeom>
          <a:noFill/>
          <a:ln/>
        </p:spPr>
        <p:txBody>
          <a:bodyPr wrap="square" lIns="0" tIns="0" rIns="0" bIns="0" rtlCol="0" anchor="t"/>
          <a:lstStyle/>
          <a:p>
            <a:pPr marL="0" indent="0">
              <a:lnSpc>
                <a:spcPct val="110000"/>
              </a:lnSpc>
              <a:spcAft>
                <a:spcPts val="600"/>
              </a:spcAft>
              <a:buNone/>
            </a:pPr>
            <a:r>
              <a:rPr lang="en-US" sz="1800" b="1" dirty="0">
                <a:solidFill>
                  <a:srgbClr val="22201C"/>
                </a:solidFill>
                <a:latin typeface="Calibri" pitchFamily="34" charset="0"/>
                <a:ea typeface="Calibri" pitchFamily="34" charset="-122"/>
                <a:cs typeface="Calibri" pitchFamily="34" charset="-120"/>
              </a:rPr>
              <a:t>Churches received it</a:t>
            </a:r>
            <a:endParaRPr lang="en-US" sz="1800" dirty="0"/>
          </a:p>
          <a:p>
            <a:pPr marL="0" indent="0">
              <a:lnSpc>
                <a:spcPct val="110000"/>
              </a:lnSpc>
              <a:buNone/>
            </a:pPr>
            <a:r>
              <a:rPr lang="en-US" sz="1500" dirty="0">
                <a:solidFill>
                  <a:srgbClr val="5C574F"/>
                </a:solidFill>
                <a:latin typeface="Calibri" pitchFamily="34" charset="0"/>
                <a:ea typeface="Calibri" pitchFamily="34" charset="-122"/>
                <a:cs typeface="Calibri" pitchFamily="34" charset="-120"/>
              </a:rPr>
              <a:t>Read, copied and shared as the Word of God.</a:t>
            </a:r>
            <a:endParaRPr lang="en-US" sz="1800" dirty="0"/>
          </a:p>
        </p:txBody>
      </p:sp>
      <p:sp>
        <p:nvSpPr>
          <p:cNvPr id="16" name="Text 14"/>
          <p:cNvSpPr/>
          <p:nvPr/>
        </p:nvSpPr>
        <p:spPr>
          <a:xfrm>
            <a:off x="6301588" y="3566160"/>
            <a:ext cx="2396414" cy="274320"/>
          </a:xfrm>
          <a:prstGeom prst="rect">
            <a:avLst/>
          </a:prstGeom>
          <a:noFill/>
          <a:ln/>
        </p:spPr>
        <p:txBody>
          <a:bodyPr wrap="square" lIns="0" tIns="0" rIns="0" bIns="0" rtlCol="0" anchor="b"/>
          <a:lstStyle/>
          <a:p>
            <a:pPr marL="0" indent="0">
              <a:buNone/>
            </a:pPr>
            <a:r>
              <a:rPr lang="en-US" sz="1300" b="1" dirty="0">
                <a:solidFill>
                  <a:srgbClr val="8F4519"/>
                </a:solidFill>
                <a:latin typeface="Calibri" pitchFamily="34" charset="0"/>
                <a:ea typeface="Calibri" pitchFamily="34" charset="-122"/>
                <a:cs typeface="Calibri" pitchFamily="34" charset="-120"/>
              </a:rPr>
              <a:t>Col. 4:16; 1 Thess. 2:13</a:t>
            </a:r>
            <a:endParaRPr lang="en-US" sz="1300" dirty="0"/>
          </a:p>
        </p:txBody>
      </p:sp>
      <p:sp>
        <p:nvSpPr>
          <p:cNvPr id="17" name="Shape 15"/>
          <p:cNvSpPr/>
          <p:nvPr/>
        </p:nvSpPr>
        <p:spPr>
          <a:xfrm>
            <a:off x="8807729" y="2775204"/>
            <a:ext cx="182880" cy="256032"/>
          </a:xfrm>
          <a:prstGeom prst="chevron">
            <a:avLst/>
          </a:prstGeom>
          <a:solidFill>
            <a:srgbClr val="8F4519"/>
          </a:solidFill>
          <a:ln w="12700">
            <a:solidFill>
              <a:srgbClr val="8F4519"/>
            </a:solidFill>
            <a:prstDash val="solid"/>
          </a:ln>
        </p:spPr>
        <p:txBody>
          <a:bodyPr/>
          <a:lstStyle/>
          <a:p>
            <a:endParaRPr lang="en-US"/>
          </a:p>
        </p:txBody>
      </p:sp>
      <p:sp>
        <p:nvSpPr>
          <p:cNvPr id="18" name="Shape 16"/>
          <p:cNvSpPr/>
          <p:nvPr/>
        </p:nvSpPr>
        <p:spPr>
          <a:xfrm>
            <a:off x="9109481" y="1783080"/>
            <a:ext cx="2396414" cy="0"/>
          </a:xfrm>
          <a:prstGeom prst="line">
            <a:avLst/>
          </a:prstGeom>
          <a:noFill/>
          <a:ln w="12700">
            <a:solidFill>
              <a:srgbClr val="DDD4C4"/>
            </a:solidFill>
            <a:prstDash val="solid"/>
          </a:ln>
        </p:spPr>
        <p:txBody>
          <a:bodyPr/>
          <a:lstStyle/>
          <a:p>
            <a:endParaRPr lang="en-US"/>
          </a:p>
        </p:txBody>
      </p:sp>
      <p:sp>
        <p:nvSpPr>
          <p:cNvPr id="19" name="Text 17"/>
          <p:cNvSpPr/>
          <p:nvPr/>
        </p:nvSpPr>
        <p:spPr>
          <a:xfrm>
            <a:off x="9109481" y="1984248"/>
            <a:ext cx="2396414" cy="1554480"/>
          </a:xfrm>
          <a:prstGeom prst="rect">
            <a:avLst/>
          </a:prstGeom>
          <a:noFill/>
          <a:ln/>
        </p:spPr>
        <p:txBody>
          <a:bodyPr wrap="square" lIns="0" tIns="0" rIns="0" bIns="0" rtlCol="0" anchor="t"/>
          <a:lstStyle/>
          <a:p>
            <a:pPr marL="0" indent="0">
              <a:lnSpc>
                <a:spcPct val="110000"/>
              </a:lnSpc>
              <a:spcAft>
                <a:spcPts val="600"/>
              </a:spcAft>
              <a:buNone/>
            </a:pPr>
            <a:r>
              <a:rPr lang="en-US" sz="1800" b="1" dirty="0">
                <a:solidFill>
                  <a:srgbClr val="22201C"/>
                </a:solidFill>
                <a:latin typeface="Calibri" pitchFamily="34" charset="0"/>
                <a:ea typeface="Calibri" pitchFamily="34" charset="-122"/>
                <a:cs typeface="Calibri" pitchFamily="34" charset="-120"/>
              </a:rPr>
              <a:t>It reached you</a:t>
            </a:r>
            <a:endParaRPr lang="en-US" sz="1800" dirty="0"/>
          </a:p>
          <a:p>
            <a:pPr marL="0" indent="0">
              <a:lnSpc>
                <a:spcPct val="110000"/>
              </a:lnSpc>
              <a:buNone/>
            </a:pPr>
            <a:r>
              <a:rPr lang="en-US" sz="1500" dirty="0">
                <a:solidFill>
                  <a:srgbClr val="5C574F"/>
                </a:solidFill>
                <a:latin typeface="Calibri" pitchFamily="34" charset="0"/>
                <a:ea typeface="Calibri" pitchFamily="34" charset="-122"/>
                <a:cs typeface="Calibri" pitchFamily="34" charset="-120"/>
              </a:rPr>
              <a:t>Translated so every nation can hear and obey.</a:t>
            </a:r>
            <a:endParaRPr lang="en-US" sz="1800" dirty="0"/>
          </a:p>
        </p:txBody>
      </p:sp>
      <p:sp>
        <p:nvSpPr>
          <p:cNvPr id="20" name="Text 18"/>
          <p:cNvSpPr/>
          <p:nvPr/>
        </p:nvSpPr>
        <p:spPr>
          <a:xfrm>
            <a:off x="9109481" y="3566160"/>
            <a:ext cx="2396414" cy="274320"/>
          </a:xfrm>
          <a:prstGeom prst="rect">
            <a:avLst/>
          </a:prstGeom>
          <a:noFill/>
          <a:ln/>
        </p:spPr>
        <p:txBody>
          <a:bodyPr wrap="square" lIns="0" tIns="0" rIns="0" bIns="0" rtlCol="0" anchor="b"/>
          <a:lstStyle/>
          <a:p>
            <a:pPr marL="0" indent="0">
              <a:buNone/>
            </a:pPr>
            <a:r>
              <a:rPr lang="en-US" sz="1300" b="1" dirty="0">
                <a:solidFill>
                  <a:srgbClr val="8F4519"/>
                </a:solidFill>
                <a:latin typeface="Calibri" pitchFamily="34" charset="0"/>
                <a:ea typeface="Calibri" pitchFamily="34" charset="-122"/>
                <a:cs typeface="Calibri" pitchFamily="34" charset="-120"/>
              </a:rPr>
              <a:t>Rom. 16:25–26</a:t>
            </a:r>
            <a:endParaRPr lang="en-US" sz="1300" dirty="0"/>
          </a:p>
        </p:txBody>
      </p:sp>
      <p:sp>
        <p:nvSpPr>
          <p:cNvPr id="21" name="Shape 19"/>
          <p:cNvSpPr/>
          <p:nvPr/>
        </p:nvSpPr>
        <p:spPr>
          <a:xfrm>
            <a:off x="685800" y="4434840"/>
            <a:ext cx="2499284" cy="0"/>
          </a:xfrm>
          <a:prstGeom prst="line">
            <a:avLst/>
          </a:prstGeom>
          <a:noFill/>
          <a:ln w="12700">
            <a:solidFill>
              <a:srgbClr val="DDD4C4"/>
            </a:solidFill>
            <a:prstDash val="solid"/>
          </a:ln>
        </p:spPr>
        <p:txBody>
          <a:bodyPr/>
          <a:lstStyle/>
          <a:p>
            <a:endParaRPr lang="en-US"/>
          </a:p>
        </p:txBody>
      </p:sp>
      <p:sp>
        <p:nvSpPr>
          <p:cNvPr id="22" name="Text 20"/>
          <p:cNvSpPr/>
          <p:nvPr/>
        </p:nvSpPr>
        <p:spPr>
          <a:xfrm>
            <a:off x="685800" y="4572000"/>
            <a:ext cx="2499284" cy="731520"/>
          </a:xfrm>
          <a:prstGeom prst="rect">
            <a:avLst/>
          </a:prstGeom>
          <a:noFill/>
          <a:ln/>
        </p:spPr>
        <p:txBody>
          <a:bodyPr wrap="square" lIns="0" tIns="0" rIns="0" bIns="0" rtlCol="0" anchor="t"/>
          <a:lstStyle/>
          <a:p>
            <a:pPr marL="0" indent="0">
              <a:buNone/>
            </a:pPr>
            <a:r>
              <a:rPr lang="en-US" sz="3200" b="1" dirty="0">
                <a:solidFill>
                  <a:srgbClr val="22201C"/>
                </a:solidFill>
                <a:latin typeface="Georgia" pitchFamily="34" charset="0"/>
                <a:ea typeface="Georgia" pitchFamily="34" charset="-122"/>
                <a:cs typeface="Georgia" pitchFamily="34" charset="-120"/>
              </a:rPr>
              <a:t>66</a:t>
            </a:r>
            <a:endParaRPr lang="en-US" sz="3200" dirty="0"/>
          </a:p>
        </p:txBody>
      </p:sp>
      <p:sp>
        <p:nvSpPr>
          <p:cNvPr id="23" name="Text 21"/>
          <p:cNvSpPr/>
          <p:nvPr/>
        </p:nvSpPr>
        <p:spPr>
          <a:xfrm>
            <a:off x="685800" y="5349240"/>
            <a:ext cx="2499284" cy="548640"/>
          </a:xfrm>
          <a:prstGeom prst="rect">
            <a:avLst/>
          </a:prstGeom>
          <a:noFill/>
          <a:ln/>
        </p:spPr>
        <p:txBody>
          <a:bodyPr wrap="square" lIns="0" tIns="0" rIns="0" bIns="0" rtlCol="0" anchor="t"/>
          <a:lstStyle/>
          <a:p>
            <a:pPr marL="0" indent="0">
              <a:buNone/>
            </a:pPr>
            <a:r>
              <a:rPr lang="en-US" sz="1500" dirty="0">
                <a:solidFill>
                  <a:srgbClr val="5C574F"/>
                </a:solidFill>
                <a:latin typeface="Calibri" pitchFamily="34" charset="0"/>
                <a:ea typeface="Calibri" pitchFamily="34" charset="-122"/>
                <a:cs typeface="Calibri" pitchFamily="34" charset="-120"/>
              </a:rPr>
              <a:t>books</a:t>
            </a:r>
            <a:endParaRPr lang="en-US" sz="1500" dirty="0"/>
          </a:p>
        </p:txBody>
      </p:sp>
      <p:sp>
        <p:nvSpPr>
          <p:cNvPr id="24" name="Shape 22"/>
          <p:cNvSpPr/>
          <p:nvPr/>
        </p:nvSpPr>
        <p:spPr>
          <a:xfrm>
            <a:off x="3459404" y="4434840"/>
            <a:ext cx="2499284" cy="0"/>
          </a:xfrm>
          <a:prstGeom prst="line">
            <a:avLst/>
          </a:prstGeom>
          <a:noFill/>
          <a:ln w="12700">
            <a:solidFill>
              <a:srgbClr val="DDD4C4"/>
            </a:solidFill>
            <a:prstDash val="solid"/>
          </a:ln>
        </p:spPr>
        <p:txBody>
          <a:bodyPr/>
          <a:lstStyle/>
          <a:p>
            <a:endParaRPr lang="en-US"/>
          </a:p>
        </p:txBody>
      </p:sp>
      <p:sp>
        <p:nvSpPr>
          <p:cNvPr id="25" name="Text 23"/>
          <p:cNvSpPr/>
          <p:nvPr/>
        </p:nvSpPr>
        <p:spPr>
          <a:xfrm>
            <a:off x="3459404" y="4572000"/>
            <a:ext cx="2499284" cy="731520"/>
          </a:xfrm>
          <a:prstGeom prst="rect">
            <a:avLst/>
          </a:prstGeom>
          <a:noFill/>
          <a:ln/>
        </p:spPr>
        <p:txBody>
          <a:bodyPr wrap="square" lIns="0" tIns="0" rIns="0" bIns="0" rtlCol="0" anchor="t"/>
          <a:lstStyle/>
          <a:p>
            <a:pPr marL="0" indent="0">
              <a:buNone/>
            </a:pPr>
            <a:r>
              <a:rPr lang="en-US" sz="3200" b="1" dirty="0">
                <a:solidFill>
                  <a:srgbClr val="22201C"/>
                </a:solidFill>
                <a:latin typeface="Georgia" pitchFamily="34" charset="0"/>
                <a:ea typeface="Georgia" pitchFamily="34" charset="-122"/>
                <a:cs typeface="Georgia" pitchFamily="34" charset="-120"/>
              </a:rPr>
              <a:t>About 40</a:t>
            </a:r>
            <a:endParaRPr lang="en-US" sz="3200" dirty="0"/>
          </a:p>
        </p:txBody>
      </p:sp>
      <p:sp>
        <p:nvSpPr>
          <p:cNvPr id="26" name="Text 24"/>
          <p:cNvSpPr/>
          <p:nvPr/>
        </p:nvSpPr>
        <p:spPr>
          <a:xfrm>
            <a:off x="3459404" y="5349240"/>
            <a:ext cx="2499284" cy="548640"/>
          </a:xfrm>
          <a:prstGeom prst="rect">
            <a:avLst/>
          </a:prstGeom>
          <a:noFill/>
          <a:ln/>
        </p:spPr>
        <p:txBody>
          <a:bodyPr wrap="square" lIns="0" tIns="0" rIns="0" bIns="0" rtlCol="0" anchor="t"/>
          <a:lstStyle/>
          <a:p>
            <a:pPr marL="0" indent="0">
              <a:buNone/>
            </a:pPr>
            <a:r>
              <a:rPr lang="en-US" sz="1500" dirty="0">
                <a:solidFill>
                  <a:srgbClr val="5C574F"/>
                </a:solidFill>
                <a:latin typeface="Calibri" pitchFamily="34" charset="0"/>
                <a:ea typeface="Calibri" pitchFamily="34" charset="-122"/>
                <a:cs typeface="Calibri" pitchFamily="34" charset="-120"/>
              </a:rPr>
              <a:t>writers, one Author</a:t>
            </a:r>
            <a:endParaRPr lang="en-US" sz="1500" dirty="0"/>
          </a:p>
        </p:txBody>
      </p:sp>
      <p:sp>
        <p:nvSpPr>
          <p:cNvPr id="27" name="Shape 25"/>
          <p:cNvSpPr/>
          <p:nvPr/>
        </p:nvSpPr>
        <p:spPr>
          <a:xfrm>
            <a:off x="6233008" y="4434840"/>
            <a:ext cx="2499284" cy="0"/>
          </a:xfrm>
          <a:prstGeom prst="line">
            <a:avLst/>
          </a:prstGeom>
          <a:noFill/>
          <a:ln w="12700">
            <a:solidFill>
              <a:srgbClr val="DDD4C4"/>
            </a:solidFill>
            <a:prstDash val="solid"/>
          </a:ln>
        </p:spPr>
        <p:txBody>
          <a:bodyPr/>
          <a:lstStyle/>
          <a:p>
            <a:endParaRPr lang="en-US"/>
          </a:p>
        </p:txBody>
      </p:sp>
      <p:sp>
        <p:nvSpPr>
          <p:cNvPr id="28" name="Text 26"/>
          <p:cNvSpPr/>
          <p:nvPr/>
        </p:nvSpPr>
        <p:spPr>
          <a:xfrm>
            <a:off x="6233008" y="4572000"/>
            <a:ext cx="2499284" cy="731520"/>
          </a:xfrm>
          <a:prstGeom prst="rect">
            <a:avLst/>
          </a:prstGeom>
          <a:noFill/>
          <a:ln/>
        </p:spPr>
        <p:txBody>
          <a:bodyPr wrap="square" lIns="0" tIns="0" rIns="0" bIns="0" rtlCol="0" anchor="t"/>
          <a:lstStyle/>
          <a:p>
            <a:pPr marL="0" indent="0">
              <a:buNone/>
            </a:pPr>
            <a:r>
              <a:rPr lang="en-US" sz="3200" b="1" dirty="0">
                <a:solidFill>
                  <a:srgbClr val="22201C"/>
                </a:solidFill>
                <a:latin typeface="Georgia" pitchFamily="34" charset="0"/>
                <a:ea typeface="Georgia" pitchFamily="34" charset="-122"/>
                <a:cs typeface="Georgia" pitchFamily="34" charset="-120"/>
              </a:rPr>
              <a:t>1,500 years</a:t>
            </a:r>
            <a:endParaRPr lang="en-US" sz="3200" dirty="0"/>
          </a:p>
        </p:txBody>
      </p:sp>
      <p:sp>
        <p:nvSpPr>
          <p:cNvPr id="29" name="Text 27"/>
          <p:cNvSpPr/>
          <p:nvPr/>
        </p:nvSpPr>
        <p:spPr>
          <a:xfrm>
            <a:off x="6233008" y="5349240"/>
            <a:ext cx="2499284" cy="548640"/>
          </a:xfrm>
          <a:prstGeom prst="rect">
            <a:avLst/>
          </a:prstGeom>
          <a:noFill/>
          <a:ln/>
        </p:spPr>
        <p:txBody>
          <a:bodyPr wrap="square" lIns="0" tIns="0" rIns="0" bIns="0" rtlCol="0" anchor="t"/>
          <a:lstStyle/>
          <a:p>
            <a:pPr marL="0" indent="0">
              <a:buNone/>
            </a:pPr>
            <a:r>
              <a:rPr lang="en-US" sz="1500" dirty="0">
                <a:solidFill>
                  <a:srgbClr val="5C574F"/>
                </a:solidFill>
                <a:latin typeface="Calibri" pitchFamily="34" charset="0"/>
                <a:ea typeface="Calibri" pitchFamily="34" charset="-122"/>
                <a:cs typeface="Calibri" pitchFamily="34" charset="-120"/>
              </a:rPr>
              <a:t>roughly, from Moses to John</a:t>
            </a:r>
            <a:endParaRPr lang="en-US" sz="1500" dirty="0"/>
          </a:p>
        </p:txBody>
      </p:sp>
      <p:sp>
        <p:nvSpPr>
          <p:cNvPr id="30" name="Shape 28"/>
          <p:cNvSpPr/>
          <p:nvPr/>
        </p:nvSpPr>
        <p:spPr>
          <a:xfrm>
            <a:off x="9006611" y="4434840"/>
            <a:ext cx="2499284" cy="0"/>
          </a:xfrm>
          <a:prstGeom prst="line">
            <a:avLst/>
          </a:prstGeom>
          <a:noFill/>
          <a:ln w="12700">
            <a:solidFill>
              <a:srgbClr val="DDD4C4"/>
            </a:solidFill>
            <a:prstDash val="solid"/>
          </a:ln>
        </p:spPr>
        <p:txBody>
          <a:bodyPr/>
          <a:lstStyle/>
          <a:p>
            <a:endParaRPr lang="en-US"/>
          </a:p>
        </p:txBody>
      </p:sp>
      <p:sp>
        <p:nvSpPr>
          <p:cNvPr id="31" name="Text 29"/>
          <p:cNvSpPr/>
          <p:nvPr/>
        </p:nvSpPr>
        <p:spPr>
          <a:xfrm>
            <a:off x="9006611" y="4572000"/>
            <a:ext cx="2499284" cy="731520"/>
          </a:xfrm>
          <a:prstGeom prst="rect">
            <a:avLst/>
          </a:prstGeom>
          <a:noFill/>
          <a:ln/>
        </p:spPr>
        <p:txBody>
          <a:bodyPr wrap="square" lIns="0" tIns="0" rIns="0" bIns="0" rtlCol="0" anchor="t"/>
          <a:lstStyle/>
          <a:p>
            <a:pPr marL="0" indent="0">
              <a:buNone/>
            </a:pPr>
            <a:r>
              <a:rPr lang="en-US" sz="3200" b="1" dirty="0">
                <a:solidFill>
                  <a:srgbClr val="22201C"/>
                </a:solidFill>
                <a:latin typeface="Georgia" pitchFamily="34" charset="0"/>
                <a:ea typeface="Georgia" pitchFamily="34" charset="-122"/>
                <a:cs typeface="Georgia" pitchFamily="34" charset="-120"/>
              </a:rPr>
              <a:t>3</a:t>
            </a:r>
            <a:endParaRPr lang="en-US" sz="3200" dirty="0"/>
          </a:p>
        </p:txBody>
      </p:sp>
      <p:sp>
        <p:nvSpPr>
          <p:cNvPr id="32" name="Text 30"/>
          <p:cNvSpPr/>
          <p:nvPr/>
        </p:nvSpPr>
        <p:spPr>
          <a:xfrm>
            <a:off x="9006611" y="5349240"/>
            <a:ext cx="2499284" cy="548640"/>
          </a:xfrm>
          <a:prstGeom prst="rect">
            <a:avLst/>
          </a:prstGeom>
          <a:noFill/>
          <a:ln/>
        </p:spPr>
        <p:txBody>
          <a:bodyPr wrap="square" lIns="0" tIns="0" rIns="0" bIns="0" rtlCol="0" anchor="t"/>
          <a:lstStyle/>
          <a:p>
            <a:pPr marL="0" indent="0">
              <a:buNone/>
            </a:pPr>
            <a:r>
              <a:rPr lang="en-US" sz="1500" dirty="0">
                <a:solidFill>
                  <a:srgbClr val="5C574F"/>
                </a:solidFill>
                <a:latin typeface="Calibri" pitchFamily="34" charset="0"/>
                <a:ea typeface="Calibri" pitchFamily="34" charset="-122"/>
                <a:cs typeface="Calibri" pitchFamily="34" charset="-120"/>
              </a:rPr>
              <a:t>languages: Hebrew, Aramaic, Greek</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2EA"/>
        </a:solidFill>
        <a:effectLst/>
      </p:bgPr>
    </p:bg>
    <p:spTree>
      <p:nvGrpSpPr>
        <p:cNvPr id="1" name=""/>
        <p:cNvGrpSpPr/>
        <p:nvPr/>
      </p:nvGrpSpPr>
      <p:grpSpPr>
        <a:xfrm>
          <a:off x="0" y="0"/>
          <a:ext cx="0" cy="0"/>
          <a:chOff x="0" y="0"/>
          <a:chExt cx="0" cy="0"/>
        </a:xfrm>
      </p:grpSpPr>
      <p:sp>
        <p:nvSpPr>
          <p:cNvPr id="2" name="Text 0"/>
          <p:cNvSpPr/>
          <p:nvPr/>
        </p:nvSpPr>
        <p:spPr>
          <a:xfrm>
            <a:off x="685800" y="502920"/>
            <a:ext cx="10820095" cy="274320"/>
          </a:xfrm>
          <a:prstGeom prst="rect">
            <a:avLst/>
          </a:prstGeom>
          <a:noFill/>
          <a:ln/>
        </p:spPr>
        <p:txBody>
          <a:bodyPr wrap="square" lIns="0" tIns="0" rIns="0" bIns="0" rtlCol="0" anchor="ctr"/>
          <a:lstStyle/>
          <a:p>
            <a:pPr marL="0" indent="0">
              <a:buNone/>
            </a:pPr>
            <a:r>
              <a:rPr lang="en-US" sz="1200" b="1" kern="0" spc="300" dirty="0">
                <a:solidFill>
                  <a:srgbClr val="8F4519"/>
                </a:solidFill>
                <a:latin typeface="Calibri" pitchFamily="34" charset="0"/>
                <a:ea typeface="Calibri" pitchFamily="34" charset="-122"/>
                <a:cs typeface="Calibri" pitchFamily="34" charset="-120"/>
              </a:rPr>
              <a:t>LESSON 2 · THE BOOKS OF THE BIBLE</a:t>
            </a:r>
            <a:endParaRPr lang="en-US" sz="1200" dirty="0"/>
          </a:p>
        </p:txBody>
      </p:sp>
      <p:sp>
        <p:nvSpPr>
          <p:cNvPr id="3" name="Text 1"/>
          <p:cNvSpPr/>
          <p:nvPr/>
        </p:nvSpPr>
        <p:spPr>
          <a:xfrm>
            <a:off x="685800" y="822960"/>
            <a:ext cx="10820095" cy="777240"/>
          </a:xfrm>
          <a:prstGeom prst="rect">
            <a:avLst/>
          </a:prstGeom>
          <a:noFill/>
          <a:ln/>
        </p:spPr>
        <p:txBody>
          <a:bodyPr wrap="square" lIns="0" tIns="0" rIns="0" bIns="0" rtlCol="0" anchor="t"/>
          <a:lstStyle/>
          <a:p>
            <a:pPr marL="0" indent="0">
              <a:buNone/>
            </a:pPr>
            <a:r>
              <a:rPr lang="en-US" sz="3400" b="1" dirty="0">
                <a:solidFill>
                  <a:srgbClr val="22201C"/>
                </a:solidFill>
                <a:latin typeface="Georgia" pitchFamily="34" charset="0"/>
                <a:ea typeface="Georgia" pitchFamily="34" charset="-122"/>
                <a:cs typeface="Georgia" pitchFamily="34" charset="-120"/>
              </a:rPr>
              <a:t>How the books were recognized</a:t>
            </a:r>
            <a:endParaRPr lang="en-US" sz="3400" dirty="0"/>
          </a:p>
        </p:txBody>
      </p:sp>
      <p:sp>
        <p:nvSpPr>
          <p:cNvPr id="4" name="Text 2"/>
          <p:cNvSpPr/>
          <p:nvPr/>
        </p:nvSpPr>
        <p:spPr>
          <a:xfrm>
            <a:off x="685800" y="6400800"/>
            <a:ext cx="5486400" cy="274320"/>
          </a:xfrm>
          <a:prstGeom prst="rect">
            <a:avLst/>
          </a:prstGeom>
          <a:noFill/>
          <a:ln/>
        </p:spPr>
        <p:txBody>
          <a:bodyPr wrap="square" lIns="0" tIns="0" rIns="0" bIns="0" rtlCol="0" anchor="ctr"/>
          <a:lstStyle/>
          <a:p>
            <a:pPr marL="0" indent="0">
              <a:buNone/>
            </a:pPr>
            <a:r>
              <a:rPr lang="en-US" sz="1000" dirty="0">
                <a:solidFill>
                  <a:srgbClr val="5C574F"/>
                </a:solidFill>
                <a:latin typeface="Calibri" pitchFamily="34" charset="0"/>
                <a:ea typeface="Calibri" pitchFamily="34" charset="-122"/>
                <a:cs typeface="Calibri" pitchFamily="34" charset="-120"/>
              </a:rPr>
              <a:t>Welcome to the Family of God</a:t>
            </a:r>
            <a:endParaRPr lang="en-US" sz="1000" dirty="0"/>
          </a:p>
        </p:txBody>
      </p:sp>
      <p:sp>
        <p:nvSpPr>
          <p:cNvPr id="5" name="Text 3"/>
          <p:cNvSpPr/>
          <p:nvPr/>
        </p:nvSpPr>
        <p:spPr>
          <a:xfrm>
            <a:off x="10591495" y="6400800"/>
            <a:ext cx="914400" cy="274320"/>
          </a:xfrm>
          <a:prstGeom prst="rect">
            <a:avLst/>
          </a:prstGeom>
          <a:noFill/>
          <a:ln/>
        </p:spPr>
        <p:txBody>
          <a:bodyPr wrap="square" lIns="0" tIns="0" rIns="0" bIns="0" rtlCol="0" anchor="ctr"/>
          <a:lstStyle/>
          <a:p>
            <a:pPr marL="0" indent="0" algn="r">
              <a:buNone/>
            </a:pPr>
            <a:r>
              <a:rPr lang="en-US" sz="1000" dirty="0">
                <a:solidFill>
                  <a:srgbClr val="5C574F"/>
                </a:solidFill>
                <a:latin typeface="Calibri" pitchFamily="34" charset="0"/>
                <a:ea typeface="Calibri" pitchFamily="34" charset="-122"/>
                <a:cs typeface="Calibri" pitchFamily="34" charset="-120"/>
              </a:rPr>
              <a:t>17</a:t>
            </a:r>
            <a:endParaRPr lang="en-US" sz="1000" dirty="0"/>
          </a:p>
        </p:txBody>
      </p:sp>
      <p:sp>
        <p:nvSpPr>
          <p:cNvPr id="6" name="Shape 4"/>
          <p:cNvSpPr/>
          <p:nvPr/>
        </p:nvSpPr>
        <p:spPr>
          <a:xfrm>
            <a:off x="685800" y="1783080"/>
            <a:ext cx="5272888" cy="0"/>
          </a:xfrm>
          <a:prstGeom prst="line">
            <a:avLst/>
          </a:prstGeom>
          <a:noFill/>
          <a:ln w="12700">
            <a:solidFill>
              <a:srgbClr val="DDD4C4"/>
            </a:solidFill>
            <a:prstDash val="solid"/>
          </a:ln>
        </p:spPr>
        <p:txBody>
          <a:bodyPr/>
          <a:lstStyle/>
          <a:p>
            <a:endParaRPr lang="en-US"/>
          </a:p>
        </p:txBody>
      </p:sp>
      <p:sp>
        <p:nvSpPr>
          <p:cNvPr id="7" name="Text 5"/>
          <p:cNvSpPr/>
          <p:nvPr/>
        </p:nvSpPr>
        <p:spPr>
          <a:xfrm>
            <a:off x="685800" y="2057400"/>
            <a:ext cx="5272888" cy="274320"/>
          </a:xfrm>
          <a:prstGeom prst="rect">
            <a:avLst/>
          </a:prstGeom>
          <a:noFill/>
          <a:ln/>
        </p:spPr>
        <p:txBody>
          <a:bodyPr wrap="square" lIns="0" tIns="0" rIns="0" bIns="0" rtlCol="0" anchor="ctr"/>
          <a:lstStyle/>
          <a:p>
            <a:pPr marL="0" indent="0">
              <a:buNone/>
            </a:pPr>
            <a:r>
              <a:rPr lang="en-US" sz="1200" b="1" kern="0" spc="300" dirty="0">
                <a:solidFill>
                  <a:srgbClr val="8F4519"/>
                </a:solidFill>
                <a:latin typeface="Calibri" pitchFamily="34" charset="0"/>
                <a:ea typeface="Calibri" pitchFamily="34" charset="-122"/>
                <a:cs typeface="Calibri" pitchFamily="34" charset="-120"/>
              </a:rPr>
              <a:t>OLD TESTAMENT</a:t>
            </a:r>
            <a:endParaRPr lang="en-US" sz="1200" dirty="0"/>
          </a:p>
        </p:txBody>
      </p:sp>
      <p:sp>
        <p:nvSpPr>
          <p:cNvPr id="8" name="Text 6"/>
          <p:cNvSpPr/>
          <p:nvPr/>
        </p:nvSpPr>
        <p:spPr>
          <a:xfrm>
            <a:off x="685800" y="2331720"/>
            <a:ext cx="5272888" cy="457200"/>
          </a:xfrm>
          <a:prstGeom prst="rect">
            <a:avLst/>
          </a:prstGeom>
          <a:noFill/>
          <a:ln/>
        </p:spPr>
        <p:txBody>
          <a:bodyPr wrap="square" lIns="0" tIns="0" rIns="0" bIns="0" rtlCol="0" anchor="ctr"/>
          <a:lstStyle/>
          <a:p>
            <a:pPr marL="0" indent="0">
              <a:buNone/>
            </a:pPr>
            <a:r>
              <a:rPr lang="en-US" sz="2400" b="1" dirty="0">
                <a:solidFill>
                  <a:srgbClr val="22201C"/>
                </a:solidFill>
                <a:latin typeface="Georgia" pitchFamily="34" charset="0"/>
                <a:ea typeface="Georgia" pitchFamily="34" charset="-122"/>
                <a:cs typeface="Georgia" pitchFamily="34" charset="-120"/>
              </a:rPr>
              <a:t>Jesus confirmed it</a:t>
            </a:r>
            <a:endParaRPr lang="en-US" sz="2400" dirty="0"/>
          </a:p>
        </p:txBody>
      </p:sp>
      <p:sp>
        <p:nvSpPr>
          <p:cNvPr id="9" name="Shape 7"/>
          <p:cNvSpPr/>
          <p:nvPr/>
        </p:nvSpPr>
        <p:spPr>
          <a:xfrm>
            <a:off x="685800" y="2926080"/>
            <a:ext cx="5272888" cy="0"/>
          </a:xfrm>
          <a:prstGeom prst="line">
            <a:avLst/>
          </a:prstGeom>
          <a:noFill/>
          <a:ln w="9525">
            <a:solidFill>
              <a:srgbClr val="DDD4C4"/>
            </a:solidFill>
            <a:prstDash val="solid"/>
          </a:ln>
        </p:spPr>
        <p:txBody>
          <a:bodyPr/>
          <a:lstStyle/>
          <a:p>
            <a:endParaRPr lang="en-US"/>
          </a:p>
        </p:txBody>
      </p:sp>
      <p:sp>
        <p:nvSpPr>
          <p:cNvPr id="10" name="Text 8"/>
          <p:cNvSpPr/>
          <p:nvPr/>
        </p:nvSpPr>
        <p:spPr>
          <a:xfrm>
            <a:off x="685800" y="3017520"/>
            <a:ext cx="5272888" cy="914400"/>
          </a:xfrm>
          <a:prstGeom prst="rect">
            <a:avLst/>
          </a:prstGeom>
          <a:noFill/>
          <a:ln/>
        </p:spPr>
        <p:txBody>
          <a:bodyPr wrap="square" lIns="0" tIns="0" rIns="0" bIns="0" rtlCol="0" anchor="t"/>
          <a:lstStyle/>
          <a:p>
            <a:pPr marL="0" indent="0">
              <a:spcAft>
                <a:spcPts val="400"/>
              </a:spcAft>
              <a:buNone/>
            </a:pPr>
            <a:r>
              <a:rPr lang="en-US" sz="1700" dirty="0">
                <a:solidFill>
                  <a:srgbClr val="22201C"/>
                </a:solidFill>
                <a:latin typeface="Calibri" pitchFamily="34" charset="0"/>
                <a:ea typeface="Calibri" pitchFamily="34" charset="-122"/>
                <a:cs typeface="Calibri" pitchFamily="34" charset="-120"/>
              </a:rPr>
              <a:t>He named its three parts: the Law, the Prophets and the Psalms.</a:t>
            </a:r>
            <a:endParaRPr lang="en-US" sz="1700" dirty="0"/>
          </a:p>
          <a:p>
            <a:pPr marL="0" indent="0">
              <a:buNone/>
            </a:pPr>
            <a:r>
              <a:rPr lang="en-US" sz="1300" b="1" dirty="0">
                <a:solidFill>
                  <a:srgbClr val="8F4519"/>
                </a:solidFill>
                <a:latin typeface="Calibri" pitchFamily="34" charset="0"/>
                <a:ea typeface="Calibri" pitchFamily="34" charset="-122"/>
                <a:cs typeface="Calibri" pitchFamily="34" charset="-120"/>
              </a:rPr>
              <a:t>Luke 24:44</a:t>
            </a:r>
            <a:endParaRPr lang="en-US" sz="1700" dirty="0"/>
          </a:p>
        </p:txBody>
      </p:sp>
      <p:sp>
        <p:nvSpPr>
          <p:cNvPr id="11" name="Shape 9"/>
          <p:cNvSpPr/>
          <p:nvPr/>
        </p:nvSpPr>
        <p:spPr>
          <a:xfrm>
            <a:off x="685800" y="3977640"/>
            <a:ext cx="5272888" cy="0"/>
          </a:xfrm>
          <a:prstGeom prst="line">
            <a:avLst/>
          </a:prstGeom>
          <a:noFill/>
          <a:ln w="9525">
            <a:solidFill>
              <a:srgbClr val="DDD4C4"/>
            </a:solidFill>
            <a:prstDash val="solid"/>
          </a:ln>
        </p:spPr>
        <p:txBody>
          <a:bodyPr/>
          <a:lstStyle/>
          <a:p>
            <a:endParaRPr lang="en-US"/>
          </a:p>
        </p:txBody>
      </p:sp>
      <p:sp>
        <p:nvSpPr>
          <p:cNvPr id="12" name="Text 10"/>
          <p:cNvSpPr/>
          <p:nvPr/>
        </p:nvSpPr>
        <p:spPr>
          <a:xfrm>
            <a:off x="685800" y="4069080"/>
            <a:ext cx="5272888" cy="914400"/>
          </a:xfrm>
          <a:prstGeom prst="rect">
            <a:avLst/>
          </a:prstGeom>
          <a:noFill/>
          <a:ln/>
        </p:spPr>
        <p:txBody>
          <a:bodyPr wrap="square" lIns="0" tIns="0" rIns="0" bIns="0" rtlCol="0" anchor="t"/>
          <a:lstStyle/>
          <a:p>
            <a:pPr marL="0" indent="0">
              <a:spcAft>
                <a:spcPts val="400"/>
              </a:spcAft>
              <a:buNone/>
            </a:pPr>
            <a:r>
              <a:rPr lang="en-US" sz="1700" dirty="0">
                <a:solidFill>
                  <a:srgbClr val="22201C"/>
                </a:solidFill>
                <a:latin typeface="Calibri" pitchFamily="34" charset="0"/>
                <a:ea typeface="Calibri" pitchFamily="34" charset="-122"/>
                <a:cs typeface="Calibri" pitchFamily="34" charset="-120"/>
              </a:rPr>
              <a:t>He spoke of it from Abel to Zechariah, first book to last.</a:t>
            </a:r>
            <a:endParaRPr lang="en-US" sz="1700" dirty="0"/>
          </a:p>
          <a:p>
            <a:pPr marL="0" indent="0">
              <a:buNone/>
            </a:pPr>
            <a:r>
              <a:rPr lang="en-US" sz="1300" b="1" dirty="0">
                <a:solidFill>
                  <a:srgbClr val="8F4519"/>
                </a:solidFill>
                <a:latin typeface="Calibri" pitchFamily="34" charset="0"/>
                <a:ea typeface="Calibri" pitchFamily="34" charset="-122"/>
                <a:cs typeface="Calibri" pitchFamily="34" charset="-120"/>
              </a:rPr>
              <a:t>Luke 11:51</a:t>
            </a:r>
            <a:endParaRPr lang="en-US" sz="1700" dirty="0"/>
          </a:p>
        </p:txBody>
      </p:sp>
      <p:sp>
        <p:nvSpPr>
          <p:cNvPr id="13" name="Shape 11"/>
          <p:cNvSpPr/>
          <p:nvPr/>
        </p:nvSpPr>
        <p:spPr>
          <a:xfrm>
            <a:off x="6233008" y="1783080"/>
            <a:ext cx="5272888" cy="0"/>
          </a:xfrm>
          <a:prstGeom prst="line">
            <a:avLst/>
          </a:prstGeom>
          <a:noFill/>
          <a:ln w="12700">
            <a:solidFill>
              <a:srgbClr val="DDD4C4"/>
            </a:solidFill>
            <a:prstDash val="solid"/>
          </a:ln>
        </p:spPr>
        <p:txBody>
          <a:bodyPr/>
          <a:lstStyle/>
          <a:p>
            <a:endParaRPr lang="en-US"/>
          </a:p>
        </p:txBody>
      </p:sp>
      <p:sp>
        <p:nvSpPr>
          <p:cNvPr id="14" name="Text 12"/>
          <p:cNvSpPr/>
          <p:nvPr/>
        </p:nvSpPr>
        <p:spPr>
          <a:xfrm>
            <a:off x="6233008" y="2057400"/>
            <a:ext cx="5272888" cy="274320"/>
          </a:xfrm>
          <a:prstGeom prst="rect">
            <a:avLst/>
          </a:prstGeom>
          <a:noFill/>
          <a:ln/>
        </p:spPr>
        <p:txBody>
          <a:bodyPr wrap="square" lIns="0" tIns="0" rIns="0" bIns="0" rtlCol="0" anchor="ctr"/>
          <a:lstStyle/>
          <a:p>
            <a:pPr marL="0" indent="0">
              <a:buNone/>
            </a:pPr>
            <a:r>
              <a:rPr lang="en-US" sz="1200" b="1" kern="0" spc="300" dirty="0">
                <a:solidFill>
                  <a:srgbClr val="8F4519"/>
                </a:solidFill>
                <a:latin typeface="Calibri" pitchFamily="34" charset="0"/>
                <a:ea typeface="Calibri" pitchFamily="34" charset="-122"/>
                <a:cs typeface="Calibri" pitchFamily="34" charset="-120"/>
              </a:rPr>
              <a:t>NEW TESTAMENT</a:t>
            </a:r>
            <a:endParaRPr lang="en-US" sz="1200" dirty="0"/>
          </a:p>
        </p:txBody>
      </p:sp>
      <p:sp>
        <p:nvSpPr>
          <p:cNvPr id="15" name="Text 13"/>
          <p:cNvSpPr/>
          <p:nvPr/>
        </p:nvSpPr>
        <p:spPr>
          <a:xfrm>
            <a:off x="6233008" y="2331720"/>
            <a:ext cx="5272888" cy="457200"/>
          </a:xfrm>
          <a:prstGeom prst="rect">
            <a:avLst/>
          </a:prstGeom>
          <a:noFill/>
          <a:ln/>
        </p:spPr>
        <p:txBody>
          <a:bodyPr wrap="square" lIns="0" tIns="0" rIns="0" bIns="0" rtlCol="0" anchor="ctr"/>
          <a:lstStyle/>
          <a:p>
            <a:pPr marL="0" indent="0">
              <a:buNone/>
            </a:pPr>
            <a:r>
              <a:rPr lang="en-US" sz="2400" b="1" dirty="0">
                <a:solidFill>
                  <a:srgbClr val="22201C"/>
                </a:solidFill>
                <a:latin typeface="Georgia" pitchFamily="34" charset="0"/>
                <a:ea typeface="Georgia" pitchFamily="34" charset="-122"/>
                <a:cs typeface="Georgia" pitchFamily="34" charset="-120"/>
              </a:rPr>
              <a:t>The apostles gave it</a:t>
            </a:r>
            <a:endParaRPr lang="en-US" sz="2400" dirty="0"/>
          </a:p>
        </p:txBody>
      </p:sp>
      <p:sp>
        <p:nvSpPr>
          <p:cNvPr id="16" name="Shape 14"/>
          <p:cNvSpPr/>
          <p:nvPr/>
        </p:nvSpPr>
        <p:spPr>
          <a:xfrm>
            <a:off x="6233008" y="2926080"/>
            <a:ext cx="5272888" cy="0"/>
          </a:xfrm>
          <a:prstGeom prst="line">
            <a:avLst/>
          </a:prstGeom>
          <a:noFill/>
          <a:ln w="9525">
            <a:solidFill>
              <a:srgbClr val="DDD4C4"/>
            </a:solidFill>
            <a:prstDash val="solid"/>
          </a:ln>
        </p:spPr>
        <p:txBody>
          <a:bodyPr/>
          <a:lstStyle/>
          <a:p>
            <a:endParaRPr lang="en-US"/>
          </a:p>
        </p:txBody>
      </p:sp>
      <p:sp>
        <p:nvSpPr>
          <p:cNvPr id="17" name="Text 15"/>
          <p:cNvSpPr/>
          <p:nvPr/>
        </p:nvSpPr>
        <p:spPr>
          <a:xfrm>
            <a:off x="6233008" y="3017520"/>
            <a:ext cx="5272888" cy="914400"/>
          </a:xfrm>
          <a:prstGeom prst="rect">
            <a:avLst/>
          </a:prstGeom>
          <a:noFill/>
          <a:ln/>
        </p:spPr>
        <p:txBody>
          <a:bodyPr wrap="square" lIns="0" tIns="0" rIns="0" bIns="0" rtlCol="0" anchor="t"/>
          <a:lstStyle/>
          <a:p>
            <a:pPr marL="0" indent="0">
              <a:spcAft>
                <a:spcPts val="400"/>
              </a:spcAft>
              <a:buNone/>
            </a:pPr>
            <a:r>
              <a:rPr lang="en-US" sz="1700" dirty="0">
                <a:solidFill>
                  <a:srgbClr val="22201C"/>
                </a:solidFill>
                <a:latin typeface="Calibri" pitchFamily="34" charset="0"/>
                <a:ea typeface="Calibri" pitchFamily="34" charset="-122"/>
                <a:cs typeface="Calibri" pitchFamily="34" charset="-120"/>
              </a:rPr>
              <a:t>Their writings carried the Lord’s own authority.</a:t>
            </a:r>
            <a:endParaRPr lang="en-US" sz="1700" dirty="0"/>
          </a:p>
          <a:p>
            <a:pPr marL="0" indent="0">
              <a:buNone/>
            </a:pPr>
            <a:r>
              <a:rPr lang="en-US" sz="1300" b="1" dirty="0">
                <a:solidFill>
                  <a:srgbClr val="8F4519"/>
                </a:solidFill>
                <a:latin typeface="Calibri" pitchFamily="34" charset="0"/>
                <a:ea typeface="Calibri" pitchFamily="34" charset="-122"/>
                <a:cs typeface="Calibri" pitchFamily="34" charset="-120"/>
              </a:rPr>
              <a:t>1 Cor. 14:37; Ephesians 2:20</a:t>
            </a:r>
            <a:endParaRPr lang="en-US" sz="1700" dirty="0"/>
          </a:p>
        </p:txBody>
      </p:sp>
      <p:sp>
        <p:nvSpPr>
          <p:cNvPr id="18" name="Shape 16"/>
          <p:cNvSpPr/>
          <p:nvPr/>
        </p:nvSpPr>
        <p:spPr>
          <a:xfrm>
            <a:off x="6233008" y="3977640"/>
            <a:ext cx="5272888" cy="0"/>
          </a:xfrm>
          <a:prstGeom prst="line">
            <a:avLst/>
          </a:prstGeom>
          <a:noFill/>
          <a:ln w="9525">
            <a:solidFill>
              <a:srgbClr val="DDD4C4"/>
            </a:solidFill>
            <a:prstDash val="solid"/>
          </a:ln>
        </p:spPr>
        <p:txBody>
          <a:bodyPr/>
          <a:lstStyle/>
          <a:p>
            <a:endParaRPr lang="en-US"/>
          </a:p>
        </p:txBody>
      </p:sp>
      <p:sp>
        <p:nvSpPr>
          <p:cNvPr id="19" name="Text 17"/>
          <p:cNvSpPr/>
          <p:nvPr/>
        </p:nvSpPr>
        <p:spPr>
          <a:xfrm>
            <a:off x="6233008" y="4069080"/>
            <a:ext cx="5272888" cy="914400"/>
          </a:xfrm>
          <a:prstGeom prst="rect">
            <a:avLst/>
          </a:prstGeom>
          <a:noFill/>
          <a:ln/>
        </p:spPr>
        <p:txBody>
          <a:bodyPr wrap="square" lIns="0" tIns="0" rIns="0" bIns="0" rtlCol="0" anchor="t"/>
          <a:lstStyle/>
          <a:p>
            <a:pPr marL="0" indent="0">
              <a:spcAft>
                <a:spcPts val="400"/>
              </a:spcAft>
              <a:buNone/>
            </a:pPr>
            <a:r>
              <a:rPr lang="en-US" sz="1700" dirty="0">
                <a:solidFill>
                  <a:srgbClr val="22201C"/>
                </a:solidFill>
                <a:latin typeface="Calibri" pitchFamily="34" charset="0"/>
                <a:ea typeface="Calibri" pitchFamily="34" charset="-122"/>
                <a:cs typeface="Calibri" pitchFamily="34" charset="-120"/>
              </a:rPr>
              <a:t>They called one another’s writings Scripture.</a:t>
            </a:r>
            <a:endParaRPr lang="en-US" sz="1700" dirty="0"/>
          </a:p>
          <a:p>
            <a:pPr marL="0" indent="0">
              <a:buNone/>
            </a:pPr>
            <a:r>
              <a:rPr lang="en-US" sz="1300" b="1" dirty="0">
                <a:solidFill>
                  <a:srgbClr val="8F4519"/>
                </a:solidFill>
                <a:latin typeface="Calibri" pitchFamily="34" charset="0"/>
                <a:ea typeface="Calibri" pitchFamily="34" charset="-122"/>
                <a:cs typeface="Calibri" pitchFamily="34" charset="-120"/>
              </a:rPr>
              <a:t>2 Peter 3:15–16; 1 Tim. 5:18</a:t>
            </a:r>
            <a:endParaRPr lang="en-US" sz="1700" dirty="0"/>
          </a:p>
        </p:txBody>
      </p:sp>
      <p:sp>
        <p:nvSpPr>
          <p:cNvPr id="20" name="Shape 18"/>
          <p:cNvSpPr/>
          <p:nvPr/>
        </p:nvSpPr>
        <p:spPr>
          <a:xfrm>
            <a:off x="685800" y="5486400"/>
            <a:ext cx="10820095" cy="0"/>
          </a:xfrm>
          <a:prstGeom prst="line">
            <a:avLst/>
          </a:prstGeom>
          <a:noFill/>
          <a:ln w="12700">
            <a:solidFill>
              <a:srgbClr val="8F4519"/>
            </a:solidFill>
            <a:prstDash val="solid"/>
          </a:ln>
        </p:spPr>
        <p:txBody>
          <a:bodyPr/>
          <a:lstStyle/>
          <a:p>
            <a:endParaRPr lang="en-US"/>
          </a:p>
        </p:txBody>
      </p:sp>
      <p:sp>
        <p:nvSpPr>
          <p:cNvPr id="21" name="Text 19"/>
          <p:cNvSpPr/>
          <p:nvPr/>
        </p:nvSpPr>
        <p:spPr>
          <a:xfrm>
            <a:off x="685800" y="5559552"/>
            <a:ext cx="10820095" cy="585216"/>
          </a:xfrm>
          <a:prstGeom prst="rect">
            <a:avLst/>
          </a:prstGeom>
          <a:noFill/>
          <a:ln/>
        </p:spPr>
        <p:txBody>
          <a:bodyPr wrap="square" lIns="0" tIns="0" rIns="0" bIns="0" rtlCol="0" anchor="ctr"/>
          <a:lstStyle/>
          <a:p>
            <a:pPr marL="0" indent="0">
              <a:buNone/>
            </a:pPr>
            <a:r>
              <a:rPr lang="en-US" sz="1200" b="1" kern="0" spc="200" dirty="0">
                <a:solidFill>
                  <a:srgbClr val="8F4519"/>
                </a:solidFill>
                <a:latin typeface="Calibri" pitchFamily="34" charset="0"/>
                <a:ea typeface="Calibri" pitchFamily="34" charset="-122"/>
                <a:cs typeface="Calibri" pitchFamily="34" charset="-120"/>
              </a:rPr>
              <a:t>REMEMBER   </a:t>
            </a:r>
            <a:r>
              <a:rPr lang="en-US" sz="1500" dirty="0">
                <a:solidFill>
                  <a:srgbClr val="22201C"/>
                </a:solidFill>
                <a:latin typeface="Calibri" pitchFamily="34" charset="0"/>
                <a:ea typeface="Calibri" pitchFamily="34" charset="-122"/>
                <a:cs typeface="Calibri" pitchFamily="34" charset="-120"/>
              </a:rPr>
              <a:t>God gave the books. His people received them. No council made them Scripture.</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2EA"/>
        </a:solidFill>
        <a:effectLst/>
      </p:bgPr>
    </p:bg>
    <p:spTree>
      <p:nvGrpSpPr>
        <p:cNvPr id="1" name=""/>
        <p:cNvGrpSpPr/>
        <p:nvPr/>
      </p:nvGrpSpPr>
      <p:grpSpPr>
        <a:xfrm>
          <a:off x="0" y="0"/>
          <a:ext cx="0" cy="0"/>
          <a:chOff x="0" y="0"/>
          <a:chExt cx="0" cy="0"/>
        </a:xfrm>
      </p:grpSpPr>
      <p:sp>
        <p:nvSpPr>
          <p:cNvPr id="2" name="Text 0"/>
          <p:cNvSpPr/>
          <p:nvPr/>
        </p:nvSpPr>
        <p:spPr>
          <a:xfrm>
            <a:off x="685800" y="502920"/>
            <a:ext cx="10820095" cy="274320"/>
          </a:xfrm>
          <a:prstGeom prst="rect">
            <a:avLst/>
          </a:prstGeom>
          <a:noFill/>
          <a:ln/>
        </p:spPr>
        <p:txBody>
          <a:bodyPr wrap="square" lIns="0" tIns="0" rIns="0" bIns="0" rtlCol="0" anchor="ctr"/>
          <a:lstStyle/>
          <a:p>
            <a:pPr marL="0" indent="0">
              <a:buNone/>
            </a:pPr>
            <a:r>
              <a:rPr lang="en-US" sz="1200" b="1" kern="0" spc="300" dirty="0">
                <a:solidFill>
                  <a:srgbClr val="8F4519"/>
                </a:solidFill>
                <a:latin typeface="Calibri" pitchFamily="34" charset="0"/>
                <a:ea typeface="Calibri" pitchFamily="34" charset="-122"/>
                <a:cs typeface="Calibri" pitchFamily="34" charset="-120"/>
              </a:rPr>
              <a:t>LESSON 2 · ITS PRESERVATION</a:t>
            </a:r>
            <a:endParaRPr lang="en-US" sz="1200" dirty="0"/>
          </a:p>
        </p:txBody>
      </p:sp>
      <p:sp>
        <p:nvSpPr>
          <p:cNvPr id="3" name="Text 1"/>
          <p:cNvSpPr/>
          <p:nvPr/>
        </p:nvSpPr>
        <p:spPr>
          <a:xfrm>
            <a:off x="685800" y="822960"/>
            <a:ext cx="5120640" cy="777240"/>
          </a:xfrm>
          <a:prstGeom prst="rect">
            <a:avLst/>
          </a:prstGeom>
          <a:noFill/>
          <a:ln/>
        </p:spPr>
        <p:txBody>
          <a:bodyPr wrap="square" lIns="0" tIns="0" rIns="0" bIns="0" rtlCol="0" anchor="t"/>
          <a:lstStyle/>
          <a:p>
            <a:pPr marL="0" indent="0">
              <a:buNone/>
            </a:pPr>
            <a:r>
              <a:rPr lang="en-US" sz="3400" b="1" dirty="0">
                <a:solidFill>
                  <a:srgbClr val="22201C"/>
                </a:solidFill>
                <a:latin typeface="Georgia" pitchFamily="34" charset="0"/>
                <a:ea typeface="Georgia" pitchFamily="34" charset="-122"/>
                <a:cs typeface="Georgia" pitchFamily="34" charset="-120"/>
              </a:rPr>
              <a:t>God kept His Word</a:t>
            </a:r>
            <a:endParaRPr lang="en-US" sz="3400" dirty="0"/>
          </a:p>
        </p:txBody>
      </p:sp>
      <p:sp>
        <p:nvSpPr>
          <p:cNvPr id="4" name="Text 2"/>
          <p:cNvSpPr/>
          <p:nvPr/>
        </p:nvSpPr>
        <p:spPr>
          <a:xfrm>
            <a:off x="685800" y="6400800"/>
            <a:ext cx="5486400" cy="274320"/>
          </a:xfrm>
          <a:prstGeom prst="rect">
            <a:avLst/>
          </a:prstGeom>
          <a:noFill/>
          <a:ln/>
        </p:spPr>
        <p:txBody>
          <a:bodyPr wrap="square" lIns="0" tIns="0" rIns="0" bIns="0" rtlCol="0" anchor="ctr"/>
          <a:lstStyle/>
          <a:p>
            <a:pPr marL="0" indent="0">
              <a:buNone/>
            </a:pPr>
            <a:r>
              <a:rPr lang="en-US" sz="1000" dirty="0">
                <a:solidFill>
                  <a:srgbClr val="5C574F"/>
                </a:solidFill>
                <a:latin typeface="Calibri" pitchFamily="34" charset="0"/>
                <a:ea typeface="Calibri" pitchFamily="34" charset="-122"/>
                <a:cs typeface="Calibri" pitchFamily="34" charset="-120"/>
              </a:rPr>
              <a:t>Welcome to the Family of God</a:t>
            </a:r>
            <a:endParaRPr lang="en-US" sz="1000" dirty="0"/>
          </a:p>
        </p:txBody>
      </p:sp>
      <p:sp>
        <p:nvSpPr>
          <p:cNvPr id="5" name="Text 3"/>
          <p:cNvSpPr/>
          <p:nvPr/>
        </p:nvSpPr>
        <p:spPr>
          <a:xfrm>
            <a:off x="10591495" y="6400800"/>
            <a:ext cx="914400" cy="274320"/>
          </a:xfrm>
          <a:prstGeom prst="rect">
            <a:avLst/>
          </a:prstGeom>
          <a:noFill/>
          <a:ln/>
        </p:spPr>
        <p:txBody>
          <a:bodyPr wrap="square" lIns="0" tIns="0" rIns="0" bIns="0" rtlCol="0" anchor="ctr"/>
          <a:lstStyle/>
          <a:p>
            <a:pPr marL="0" indent="0" algn="r">
              <a:buNone/>
            </a:pPr>
            <a:r>
              <a:rPr lang="en-US" sz="1000" dirty="0">
                <a:solidFill>
                  <a:srgbClr val="5C574F"/>
                </a:solidFill>
                <a:latin typeface="Calibri" pitchFamily="34" charset="0"/>
                <a:ea typeface="Calibri" pitchFamily="34" charset="-122"/>
                <a:cs typeface="Calibri" pitchFamily="34" charset="-120"/>
              </a:rPr>
              <a:t>18</a:t>
            </a:r>
            <a:endParaRPr lang="en-US" sz="1000" dirty="0"/>
          </a:p>
        </p:txBody>
      </p:sp>
      <p:sp>
        <p:nvSpPr>
          <p:cNvPr id="6" name="Text 4"/>
          <p:cNvSpPr/>
          <p:nvPr/>
        </p:nvSpPr>
        <p:spPr>
          <a:xfrm>
            <a:off x="685800" y="1783080"/>
            <a:ext cx="5029200" cy="1188720"/>
          </a:xfrm>
          <a:prstGeom prst="rect">
            <a:avLst/>
          </a:prstGeom>
          <a:noFill/>
          <a:ln/>
        </p:spPr>
        <p:txBody>
          <a:bodyPr wrap="square" lIns="0" tIns="0" rIns="0" bIns="0" rtlCol="0" anchor="t"/>
          <a:lstStyle/>
          <a:p>
            <a:pPr marL="0" indent="0">
              <a:buNone/>
            </a:pPr>
            <a:r>
              <a:rPr lang="en-US" sz="2200" i="1" dirty="0">
                <a:solidFill>
                  <a:srgbClr val="22201C"/>
                </a:solidFill>
                <a:latin typeface="Georgia" pitchFamily="34" charset="0"/>
                <a:ea typeface="Georgia" pitchFamily="34" charset="-122"/>
                <a:cs typeface="Georgia" pitchFamily="34" charset="-120"/>
              </a:rPr>
              <a:t>“The grass withereth, the flower fadeth: but the word of our God shall stand for ever.”</a:t>
            </a:r>
            <a:endParaRPr lang="en-US" sz="2200" dirty="0"/>
          </a:p>
        </p:txBody>
      </p:sp>
      <p:sp>
        <p:nvSpPr>
          <p:cNvPr id="7" name="Text 5"/>
          <p:cNvSpPr/>
          <p:nvPr/>
        </p:nvSpPr>
        <p:spPr>
          <a:xfrm>
            <a:off x="685800" y="3017520"/>
            <a:ext cx="5029200" cy="274320"/>
          </a:xfrm>
          <a:prstGeom prst="rect">
            <a:avLst/>
          </a:prstGeom>
          <a:noFill/>
          <a:ln/>
        </p:spPr>
        <p:txBody>
          <a:bodyPr wrap="square" lIns="0" tIns="0" rIns="0" bIns="0" rtlCol="0" anchor="ctr"/>
          <a:lstStyle/>
          <a:p>
            <a:pPr marL="0" indent="0">
              <a:buNone/>
            </a:pPr>
            <a:r>
              <a:rPr lang="en-US" sz="1400" b="1" dirty="0">
                <a:solidFill>
                  <a:srgbClr val="8F4519"/>
                </a:solidFill>
                <a:latin typeface="Calibri" pitchFamily="34" charset="0"/>
                <a:ea typeface="Calibri" pitchFamily="34" charset="-122"/>
                <a:cs typeface="Calibri" pitchFamily="34" charset="-120"/>
              </a:rPr>
              <a:t>Isaiah 40:8 · 1 Peter 1:23–25 · Matthew 24:35</a:t>
            </a:r>
            <a:endParaRPr lang="en-US" sz="1400" dirty="0"/>
          </a:p>
        </p:txBody>
      </p:sp>
      <p:sp>
        <p:nvSpPr>
          <p:cNvPr id="8" name="Text 6"/>
          <p:cNvSpPr/>
          <p:nvPr/>
        </p:nvSpPr>
        <p:spPr>
          <a:xfrm>
            <a:off x="685800" y="3474720"/>
            <a:ext cx="5029200" cy="914400"/>
          </a:xfrm>
          <a:prstGeom prst="rect">
            <a:avLst/>
          </a:prstGeom>
          <a:noFill/>
          <a:ln/>
        </p:spPr>
        <p:txBody>
          <a:bodyPr wrap="square" lIns="0" tIns="0" rIns="0" bIns="0" rtlCol="0" anchor="t"/>
          <a:lstStyle/>
          <a:p>
            <a:pPr marL="0" indent="0">
              <a:buNone/>
            </a:pPr>
            <a:r>
              <a:rPr lang="en-US" sz="1700" dirty="0">
                <a:solidFill>
                  <a:srgbClr val="5C574F"/>
                </a:solidFill>
                <a:latin typeface="Calibri" pitchFamily="34" charset="0"/>
                <a:ea typeface="Calibri" pitchFamily="34" charset="-122"/>
                <a:cs typeface="Calibri" pitchFamily="34" charset="-120"/>
              </a:rPr>
              <a:t>God promised to preserve His Word, and He has. The Bible in your hands is the message the apostles delivered.</a:t>
            </a:r>
            <a:endParaRPr lang="en-US" sz="1700" dirty="0"/>
          </a:p>
        </p:txBody>
      </p:sp>
      <p:sp>
        <p:nvSpPr>
          <p:cNvPr id="9" name="Shape 7"/>
          <p:cNvSpPr/>
          <p:nvPr/>
        </p:nvSpPr>
        <p:spPr>
          <a:xfrm>
            <a:off x="685800" y="4572000"/>
            <a:ext cx="5029200" cy="0"/>
          </a:xfrm>
          <a:prstGeom prst="line">
            <a:avLst/>
          </a:prstGeom>
          <a:noFill/>
          <a:ln w="12700">
            <a:solidFill>
              <a:srgbClr val="8F4519"/>
            </a:solidFill>
            <a:prstDash val="solid"/>
          </a:ln>
        </p:spPr>
        <p:txBody>
          <a:bodyPr/>
          <a:lstStyle/>
          <a:p>
            <a:endParaRPr lang="en-US"/>
          </a:p>
        </p:txBody>
      </p:sp>
      <p:sp>
        <p:nvSpPr>
          <p:cNvPr id="10" name="Text 8"/>
          <p:cNvSpPr/>
          <p:nvPr/>
        </p:nvSpPr>
        <p:spPr>
          <a:xfrm>
            <a:off x="685800" y="4645152"/>
            <a:ext cx="5029200" cy="841248"/>
          </a:xfrm>
          <a:prstGeom prst="rect">
            <a:avLst/>
          </a:prstGeom>
          <a:noFill/>
          <a:ln/>
        </p:spPr>
        <p:txBody>
          <a:bodyPr wrap="square" lIns="0" tIns="0" rIns="0" bIns="0" rtlCol="0" anchor="ctr"/>
          <a:lstStyle/>
          <a:p>
            <a:pPr marL="0" indent="0">
              <a:buNone/>
            </a:pPr>
            <a:r>
              <a:rPr lang="en-US" sz="1200" b="1" kern="0" spc="200" dirty="0">
                <a:solidFill>
                  <a:srgbClr val="8F4519"/>
                </a:solidFill>
                <a:latin typeface="Calibri" pitchFamily="34" charset="0"/>
                <a:ea typeface="Calibri" pitchFamily="34" charset="-122"/>
                <a:cs typeface="Calibri" pitchFamily="34" charset="-120"/>
              </a:rPr>
              <a:t>TODAY   </a:t>
            </a:r>
            <a:r>
              <a:rPr lang="en-US" sz="1500" dirty="0">
                <a:solidFill>
                  <a:srgbClr val="22201C"/>
                </a:solidFill>
                <a:latin typeface="Calibri" pitchFamily="34" charset="0"/>
                <a:ea typeface="Calibri" pitchFamily="34" charset="-122"/>
                <a:cs typeface="Calibri" pitchFamily="34" charset="-120"/>
              </a:rPr>
              <a:t>Like a file saved on thousands of devices: if one copy has a typo, the others expose it.</a:t>
            </a:r>
            <a:endParaRPr lang="en-US" sz="1200" dirty="0"/>
          </a:p>
        </p:txBody>
      </p:sp>
      <p:sp>
        <p:nvSpPr>
          <p:cNvPr id="11" name="Shape 9"/>
          <p:cNvSpPr/>
          <p:nvPr/>
        </p:nvSpPr>
        <p:spPr>
          <a:xfrm>
            <a:off x="6172200" y="1783080"/>
            <a:ext cx="5333695" cy="0"/>
          </a:xfrm>
          <a:prstGeom prst="line">
            <a:avLst/>
          </a:prstGeom>
          <a:noFill/>
          <a:ln w="12700">
            <a:solidFill>
              <a:srgbClr val="DDD4C4"/>
            </a:solidFill>
            <a:prstDash val="solid"/>
          </a:ln>
        </p:spPr>
        <p:txBody>
          <a:bodyPr/>
          <a:lstStyle/>
          <a:p>
            <a:endParaRPr lang="en-US"/>
          </a:p>
        </p:txBody>
      </p:sp>
      <p:sp>
        <p:nvSpPr>
          <p:cNvPr id="12" name="Text 10"/>
          <p:cNvSpPr/>
          <p:nvPr/>
        </p:nvSpPr>
        <p:spPr>
          <a:xfrm>
            <a:off x="6172200" y="1783080"/>
            <a:ext cx="1920240" cy="1143000"/>
          </a:xfrm>
          <a:prstGeom prst="rect">
            <a:avLst/>
          </a:prstGeom>
          <a:noFill/>
          <a:ln/>
        </p:spPr>
        <p:txBody>
          <a:bodyPr wrap="square" lIns="0" tIns="0" rIns="0" bIns="0" rtlCol="0" anchor="ctr"/>
          <a:lstStyle/>
          <a:p>
            <a:pPr marL="0" indent="0">
              <a:buNone/>
            </a:pPr>
            <a:r>
              <a:rPr lang="en-US" sz="3000" b="1" dirty="0">
                <a:solidFill>
                  <a:srgbClr val="8F4519"/>
                </a:solidFill>
                <a:latin typeface="Georgia" pitchFamily="34" charset="0"/>
                <a:ea typeface="Georgia" pitchFamily="34" charset="-122"/>
                <a:cs typeface="Georgia" pitchFamily="34" charset="-120"/>
              </a:rPr>
              <a:t>5,000+</a:t>
            </a:r>
            <a:endParaRPr lang="en-US" sz="3000" dirty="0"/>
          </a:p>
        </p:txBody>
      </p:sp>
      <p:sp>
        <p:nvSpPr>
          <p:cNvPr id="13" name="Text 11"/>
          <p:cNvSpPr/>
          <p:nvPr/>
        </p:nvSpPr>
        <p:spPr>
          <a:xfrm>
            <a:off x="8412480" y="1783080"/>
            <a:ext cx="2864815" cy="1143000"/>
          </a:xfrm>
          <a:prstGeom prst="rect">
            <a:avLst/>
          </a:prstGeom>
          <a:noFill/>
          <a:ln/>
        </p:spPr>
        <p:txBody>
          <a:bodyPr wrap="square" lIns="0" tIns="0" rIns="0" bIns="0" rtlCol="0" anchor="ctr"/>
          <a:lstStyle/>
          <a:p>
            <a:pPr marL="0" indent="0">
              <a:buNone/>
            </a:pPr>
            <a:r>
              <a:rPr lang="en-US" sz="1600" dirty="0">
                <a:solidFill>
                  <a:srgbClr val="22201C"/>
                </a:solidFill>
                <a:latin typeface="Calibri" pitchFamily="34" charset="0"/>
                <a:ea typeface="Calibri" pitchFamily="34" charset="-122"/>
                <a:cs typeface="Calibri" pitchFamily="34" charset="-120"/>
              </a:rPr>
              <a:t>Greek manuscripts of the New Testament, far more than any other ancient book</a:t>
            </a:r>
            <a:endParaRPr lang="en-US" sz="1600" dirty="0"/>
          </a:p>
        </p:txBody>
      </p:sp>
      <p:sp>
        <p:nvSpPr>
          <p:cNvPr id="14" name="Shape 12"/>
          <p:cNvSpPr/>
          <p:nvPr/>
        </p:nvSpPr>
        <p:spPr>
          <a:xfrm>
            <a:off x="6172200" y="3035808"/>
            <a:ext cx="5333695" cy="0"/>
          </a:xfrm>
          <a:prstGeom prst="line">
            <a:avLst/>
          </a:prstGeom>
          <a:noFill/>
          <a:ln w="12700">
            <a:solidFill>
              <a:srgbClr val="DDD4C4"/>
            </a:solidFill>
            <a:prstDash val="solid"/>
          </a:ln>
        </p:spPr>
        <p:txBody>
          <a:bodyPr/>
          <a:lstStyle/>
          <a:p>
            <a:endParaRPr lang="en-US"/>
          </a:p>
        </p:txBody>
      </p:sp>
      <p:sp>
        <p:nvSpPr>
          <p:cNvPr id="15" name="Text 13"/>
          <p:cNvSpPr/>
          <p:nvPr/>
        </p:nvSpPr>
        <p:spPr>
          <a:xfrm>
            <a:off x="6172200" y="3035808"/>
            <a:ext cx="1920240" cy="1143000"/>
          </a:xfrm>
          <a:prstGeom prst="rect">
            <a:avLst/>
          </a:prstGeom>
          <a:noFill/>
          <a:ln/>
        </p:spPr>
        <p:txBody>
          <a:bodyPr wrap="square" lIns="0" tIns="0" rIns="0" bIns="0" rtlCol="0" anchor="ctr"/>
          <a:lstStyle/>
          <a:p>
            <a:pPr marL="0" indent="0">
              <a:buNone/>
            </a:pPr>
            <a:r>
              <a:rPr lang="en-US" sz="3000" b="1" dirty="0">
                <a:solidFill>
                  <a:srgbClr val="8F4519"/>
                </a:solidFill>
                <a:latin typeface="Georgia" pitchFamily="34" charset="0"/>
                <a:ea typeface="Georgia" pitchFamily="34" charset="-122"/>
                <a:cs typeface="Georgia" pitchFamily="34" charset="-120"/>
              </a:rPr>
              <a:t>1947</a:t>
            </a:r>
            <a:endParaRPr lang="en-US" sz="3000" dirty="0"/>
          </a:p>
        </p:txBody>
      </p:sp>
      <p:sp>
        <p:nvSpPr>
          <p:cNvPr id="16" name="Text 14"/>
          <p:cNvSpPr/>
          <p:nvPr/>
        </p:nvSpPr>
        <p:spPr>
          <a:xfrm>
            <a:off x="8412480" y="3035808"/>
            <a:ext cx="2864815" cy="1143000"/>
          </a:xfrm>
          <a:prstGeom prst="rect">
            <a:avLst/>
          </a:prstGeom>
          <a:noFill/>
          <a:ln/>
        </p:spPr>
        <p:txBody>
          <a:bodyPr wrap="square" lIns="0" tIns="0" rIns="0" bIns="0" rtlCol="0" anchor="ctr"/>
          <a:lstStyle/>
          <a:p>
            <a:pPr marL="0" indent="0">
              <a:buNone/>
            </a:pPr>
            <a:r>
              <a:rPr lang="en-US" sz="1600" dirty="0">
                <a:solidFill>
                  <a:srgbClr val="22201C"/>
                </a:solidFill>
                <a:latin typeface="Calibri" pitchFamily="34" charset="0"/>
                <a:ea typeface="Calibri" pitchFamily="34" charset="-122"/>
                <a:cs typeface="Calibri" pitchFamily="34" charset="-120"/>
              </a:rPr>
              <a:t>Dead Sea Scrolls found: Isaiah copied a thousand years earlier reads the same</a:t>
            </a:r>
            <a:endParaRPr lang="en-US" sz="1600" dirty="0"/>
          </a:p>
        </p:txBody>
      </p:sp>
      <p:sp>
        <p:nvSpPr>
          <p:cNvPr id="17" name="Shape 15"/>
          <p:cNvSpPr/>
          <p:nvPr/>
        </p:nvSpPr>
        <p:spPr>
          <a:xfrm>
            <a:off x="6172200" y="4288536"/>
            <a:ext cx="5333695" cy="0"/>
          </a:xfrm>
          <a:prstGeom prst="line">
            <a:avLst/>
          </a:prstGeom>
          <a:noFill/>
          <a:ln w="12700">
            <a:solidFill>
              <a:srgbClr val="DDD4C4"/>
            </a:solidFill>
            <a:prstDash val="solid"/>
          </a:ln>
        </p:spPr>
        <p:txBody>
          <a:bodyPr/>
          <a:lstStyle/>
          <a:p>
            <a:endParaRPr lang="en-US"/>
          </a:p>
        </p:txBody>
      </p:sp>
      <p:sp>
        <p:nvSpPr>
          <p:cNvPr id="18" name="Text 16"/>
          <p:cNvSpPr/>
          <p:nvPr/>
        </p:nvSpPr>
        <p:spPr>
          <a:xfrm>
            <a:off x="6172200" y="4288536"/>
            <a:ext cx="1920240" cy="1143000"/>
          </a:xfrm>
          <a:prstGeom prst="rect">
            <a:avLst/>
          </a:prstGeom>
          <a:noFill/>
          <a:ln/>
        </p:spPr>
        <p:txBody>
          <a:bodyPr wrap="square" lIns="0" tIns="0" rIns="0" bIns="0" rtlCol="0" anchor="ctr"/>
          <a:lstStyle/>
          <a:p>
            <a:pPr marL="0" indent="0">
              <a:buNone/>
            </a:pPr>
            <a:r>
              <a:rPr lang="en-US" sz="3000" b="1" dirty="0">
                <a:solidFill>
                  <a:srgbClr val="8F4519"/>
                </a:solidFill>
                <a:latin typeface="Georgia" pitchFamily="34" charset="0"/>
                <a:ea typeface="Georgia" pitchFamily="34" charset="-122"/>
                <a:cs typeface="Georgia" pitchFamily="34" charset="-120"/>
              </a:rPr>
              <a:t>Complete</a:t>
            </a:r>
            <a:endParaRPr lang="en-US" sz="3000" dirty="0"/>
          </a:p>
        </p:txBody>
      </p:sp>
      <p:sp>
        <p:nvSpPr>
          <p:cNvPr id="19" name="Text 17"/>
          <p:cNvSpPr/>
          <p:nvPr/>
        </p:nvSpPr>
        <p:spPr>
          <a:xfrm>
            <a:off x="8412480" y="4288536"/>
            <a:ext cx="2864815" cy="1143000"/>
          </a:xfrm>
          <a:prstGeom prst="rect">
            <a:avLst/>
          </a:prstGeom>
          <a:noFill/>
          <a:ln/>
        </p:spPr>
        <p:txBody>
          <a:bodyPr wrap="square" lIns="0" tIns="0" rIns="0" bIns="0" rtlCol="0" anchor="ctr"/>
          <a:lstStyle/>
          <a:p>
            <a:pPr marL="0" indent="0">
              <a:buNone/>
            </a:pPr>
            <a:r>
              <a:rPr lang="en-US" sz="1600" dirty="0">
                <a:solidFill>
                  <a:srgbClr val="22201C"/>
                </a:solidFill>
                <a:latin typeface="Calibri" pitchFamily="34" charset="0"/>
                <a:ea typeface="Calibri" pitchFamily="34" charset="-122"/>
                <a:cs typeface="Calibri" pitchFamily="34" charset="-120"/>
              </a:rPr>
              <a:t>The faith was delivered once for all. Nothing to add or take away.  Jude 3; Rev. 22:18–19</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6F2EA"/>
        </a:solidFill>
        <a:effectLst/>
      </p:bgPr>
    </p:bg>
    <p:spTree>
      <p:nvGrpSpPr>
        <p:cNvPr id="1" name=""/>
        <p:cNvGrpSpPr/>
        <p:nvPr/>
      </p:nvGrpSpPr>
      <p:grpSpPr>
        <a:xfrm>
          <a:off x="0" y="0"/>
          <a:ext cx="0" cy="0"/>
          <a:chOff x="0" y="0"/>
          <a:chExt cx="0" cy="0"/>
        </a:xfrm>
      </p:grpSpPr>
      <p:sp>
        <p:nvSpPr>
          <p:cNvPr id="2" name="Text 0"/>
          <p:cNvSpPr/>
          <p:nvPr/>
        </p:nvSpPr>
        <p:spPr>
          <a:xfrm>
            <a:off x="685800" y="502920"/>
            <a:ext cx="10820095" cy="274320"/>
          </a:xfrm>
          <a:prstGeom prst="rect">
            <a:avLst/>
          </a:prstGeom>
          <a:noFill/>
          <a:ln/>
        </p:spPr>
        <p:txBody>
          <a:bodyPr wrap="square" lIns="0" tIns="0" rIns="0" bIns="0" rtlCol="0" anchor="ctr"/>
          <a:lstStyle/>
          <a:p>
            <a:pPr marL="0" indent="0">
              <a:buNone/>
            </a:pPr>
            <a:r>
              <a:rPr lang="en-US" sz="1200" b="1" kern="0" spc="300" dirty="0">
                <a:solidFill>
                  <a:srgbClr val="8F4519"/>
                </a:solidFill>
                <a:latin typeface="Calibri" pitchFamily="34" charset="0"/>
                <a:ea typeface="Calibri" pitchFamily="34" charset="-122"/>
                <a:cs typeface="Calibri" pitchFamily="34" charset="-120"/>
              </a:rPr>
              <a:t>LESSON 2 · BIBLE AUTHORITY</a:t>
            </a:r>
            <a:endParaRPr lang="en-US" sz="1200" dirty="0"/>
          </a:p>
        </p:txBody>
      </p:sp>
      <p:sp>
        <p:nvSpPr>
          <p:cNvPr id="3" name="Text 1"/>
          <p:cNvSpPr/>
          <p:nvPr/>
        </p:nvSpPr>
        <p:spPr>
          <a:xfrm>
            <a:off x="685800" y="822960"/>
            <a:ext cx="10820095" cy="777240"/>
          </a:xfrm>
          <a:prstGeom prst="rect">
            <a:avLst/>
          </a:prstGeom>
          <a:noFill/>
          <a:ln/>
        </p:spPr>
        <p:txBody>
          <a:bodyPr wrap="square" lIns="0" tIns="0" rIns="0" bIns="0" rtlCol="0" anchor="t"/>
          <a:lstStyle/>
          <a:p>
            <a:pPr marL="0" indent="0">
              <a:buNone/>
            </a:pPr>
            <a:r>
              <a:rPr lang="en-US" sz="3400" b="1" dirty="0">
                <a:solidFill>
                  <a:srgbClr val="22201C"/>
                </a:solidFill>
                <a:latin typeface="Georgia" pitchFamily="34" charset="0"/>
                <a:ea typeface="Georgia" pitchFamily="34" charset="-122"/>
                <a:cs typeface="Georgia" pitchFamily="34" charset="-120"/>
              </a:rPr>
              <a:t>How we know what God approves</a:t>
            </a:r>
            <a:endParaRPr lang="en-US" sz="3400" dirty="0"/>
          </a:p>
        </p:txBody>
      </p:sp>
      <p:sp>
        <p:nvSpPr>
          <p:cNvPr id="4" name="Text 2"/>
          <p:cNvSpPr/>
          <p:nvPr/>
        </p:nvSpPr>
        <p:spPr>
          <a:xfrm>
            <a:off x="685800" y="6400800"/>
            <a:ext cx="5486400" cy="274320"/>
          </a:xfrm>
          <a:prstGeom prst="rect">
            <a:avLst/>
          </a:prstGeom>
          <a:noFill/>
          <a:ln/>
        </p:spPr>
        <p:txBody>
          <a:bodyPr wrap="square" lIns="0" tIns="0" rIns="0" bIns="0" rtlCol="0" anchor="ctr"/>
          <a:lstStyle/>
          <a:p>
            <a:pPr marL="0" indent="0">
              <a:buNone/>
            </a:pPr>
            <a:r>
              <a:rPr lang="en-US" sz="1000" dirty="0">
                <a:solidFill>
                  <a:srgbClr val="5C574F"/>
                </a:solidFill>
                <a:latin typeface="Calibri" pitchFamily="34" charset="0"/>
                <a:ea typeface="Calibri" pitchFamily="34" charset="-122"/>
                <a:cs typeface="Calibri" pitchFamily="34" charset="-120"/>
              </a:rPr>
              <a:t>Welcome to the Family of God</a:t>
            </a:r>
            <a:endParaRPr lang="en-US" sz="1000" dirty="0"/>
          </a:p>
        </p:txBody>
      </p:sp>
      <p:sp>
        <p:nvSpPr>
          <p:cNvPr id="5" name="Text 3"/>
          <p:cNvSpPr/>
          <p:nvPr/>
        </p:nvSpPr>
        <p:spPr>
          <a:xfrm>
            <a:off x="10591495" y="6400800"/>
            <a:ext cx="914400" cy="274320"/>
          </a:xfrm>
          <a:prstGeom prst="rect">
            <a:avLst/>
          </a:prstGeom>
          <a:noFill/>
          <a:ln/>
        </p:spPr>
        <p:txBody>
          <a:bodyPr wrap="square" lIns="0" tIns="0" rIns="0" bIns="0" rtlCol="0" anchor="ctr"/>
          <a:lstStyle/>
          <a:p>
            <a:pPr marL="0" indent="0" algn="r">
              <a:buNone/>
            </a:pPr>
            <a:r>
              <a:rPr lang="en-US" sz="1000" dirty="0">
                <a:solidFill>
                  <a:srgbClr val="5C574F"/>
                </a:solidFill>
                <a:latin typeface="Calibri" pitchFamily="34" charset="0"/>
                <a:ea typeface="Calibri" pitchFamily="34" charset="-122"/>
                <a:cs typeface="Calibri" pitchFamily="34" charset="-120"/>
              </a:rPr>
              <a:t>19</a:t>
            </a:r>
            <a:endParaRPr lang="en-US" sz="1000" dirty="0"/>
          </a:p>
        </p:txBody>
      </p:sp>
      <p:sp>
        <p:nvSpPr>
          <p:cNvPr id="6" name="Text 4"/>
          <p:cNvSpPr/>
          <p:nvPr/>
        </p:nvSpPr>
        <p:spPr>
          <a:xfrm>
            <a:off x="685800" y="1645920"/>
            <a:ext cx="10820095" cy="640080"/>
          </a:xfrm>
          <a:prstGeom prst="rect">
            <a:avLst/>
          </a:prstGeom>
          <a:noFill/>
          <a:ln/>
        </p:spPr>
        <p:txBody>
          <a:bodyPr wrap="square" lIns="0" tIns="0" rIns="0" bIns="0" rtlCol="0" anchor="t"/>
          <a:lstStyle/>
          <a:p>
            <a:pPr marL="0" indent="0">
              <a:buNone/>
            </a:pPr>
            <a:r>
              <a:rPr lang="en-US" sz="1600" dirty="0">
                <a:solidFill>
                  <a:srgbClr val="5C574F"/>
                </a:solidFill>
                <a:latin typeface="Calibri" pitchFamily="34" charset="0"/>
                <a:ea typeface="Calibri" pitchFamily="34" charset="-122"/>
                <a:cs typeface="Calibri" pitchFamily="34" charset="-120"/>
              </a:rPr>
              <a:t>Whatever we do in word or deed must be done in the name of the Lord Jesus, by His authority.  </a:t>
            </a:r>
            <a:r>
              <a:rPr lang="en-US" sz="1600" b="1" dirty="0">
                <a:solidFill>
                  <a:srgbClr val="8F4519"/>
                </a:solidFill>
                <a:latin typeface="Calibri" pitchFamily="34" charset="0"/>
                <a:ea typeface="Calibri" pitchFamily="34" charset="-122"/>
                <a:cs typeface="Calibri" pitchFamily="34" charset="-120"/>
              </a:rPr>
              <a:t>Colossians 3:17; 1 Peter 4:11</a:t>
            </a:r>
            <a:endParaRPr lang="en-US" sz="1600" dirty="0"/>
          </a:p>
        </p:txBody>
      </p:sp>
      <p:sp>
        <p:nvSpPr>
          <p:cNvPr id="7" name="Shape 5"/>
          <p:cNvSpPr/>
          <p:nvPr/>
        </p:nvSpPr>
        <p:spPr>
          <a:xfrm>
            <a:off x="685800" y="2514600"/>
            <a:ext cx="2533574" cy="0"/>
          </a:xfrm>
          <a:prstGeom prst="line">
            <a:avLst/>
          </a:prstGeom>
          <a:noFill/>
          <a:ln w="12700">
            <a:solidFill>
              <a:srgbClr val="DDD4C4"/>
            </a:solidFill>
            <a:prstDash val="solid"/>
          </a:ln>
        </p:spPr>
        <p:txBody>
          <a:bodyPr/>
          <a:lstStyle/>
          <a:p>
            <a:endParaRPr lang="en-US"/>
          </a:p>
        </p:txBody>
      </p:sp>
      <p:sp>
        <p:nvSpPr>
          <p:cNvPr id="8" name="Text 6"/>
          <p:cNvSpPr/>
          <p:nvPr/>
        </p:nvSpPr>
        <p:spPr>
          <a:xfrm>
            <a:off x="685800" y="2697480"/>
            <a:ext cx="914400" cy="640080"/>
          </a:xfrm>
          <a:prstGeom prst="rect">
            <a:avLst/>
          </a:prstGeom>
          <a:noFill/>
          <a:ln/>
        </p:spPr>
        <p:txBody>
          <a:bodyPr wrap="square" lIns="0" tIns="0" rIns="0" bIns="0" rtlCol="0" anchor="t"/>
          <a:lstStyle/>
          <a:p>
            <a:pPr marL="0" indent="0">
              <a:buNone/>
            </a:pPr>
            <a:r>
              <a:rPr lang="en-US" sz="3400" b="1" dirty="0">
                <a:solidFill>
                  <a:srgbClr val="8F4519"/>
                </a:solidFill>
                <a:latin typeface="Georgia" pitchFamily="34" charset="0"/>
                <a:ea typeface="Georgia" pitchFamily="34" charset="-122"/>
                <a:cs typeface="Georgia" pitchFamily="34" charset="-120"/>
              </a:rPr>
              <a:t>1</a:t>
            </a:r>
            <a:endParaRPr lang="en-US" sz="3400" dirty="0"/>
          </a:p>
        </p:txBody>
      </p:sp>
      <p:sp>
        <p:nvSpPr>
          <p:cNvPr id="9" name="Text 7"/>
          <p:cNvSpPr/>
          <p:nvPr/>
        </p:nvSpPr>
        <p:spPr>
          <a:xfrm>
            <a:off x="685800" y="3383280"/>
            <a:ext cx="2533574" cy="1325880"/>
          </a:xfrm>
          <a:prstGeom prst="rect">
            <a:avLst/>
          </a:prstGeom>
          <a:noFill/>
          <a:ln/>
        </p:spPr>
        <p:txBody>
          <a:bodyPr wrap="square" lIns="0" tIns="0" rIns="0" bIns="0" rtlCol="0" anchor="t"/>
          <a:lstStyle/>
          <a:p>
            <a:pPr marL="0" indent="0">
              <a:spcAft>
                <a:spcPts val="600"/>
              </a:spcAft>
              <a:buNone/>
            </a:pPr>
            <a:r>
              <a:rPr lang="en-US" sz="1800" b="1" dirty="0">
                <a:solidFill>
                  <a:srgbClr val="22201C"/>
                </a:solidFill>
                <a:latin typeface="Calibri" pitchFamily="34" charset="0"/>
                <a:ea typeface="Calibri" pitchFamily="34" charset="-122"/>
                <a:cs typeface="Calibri" pitchFamily="34" charset="-120"/>
              </a:rPr>
              <a:t>Command</a:t>
            </a:r>
            <a:endParaRPr lang="en-US" sz="1800" dirty="0"/>
          </a:p>
          <a:p>
            <a:pPr marL="0" indent="0">
              <a:buNone/>
            </a:pPr>
            <a:r>
              <a:rPr lang="en-US" sz="1500" dirty="0">
                <a:solidFill>
                  <a:srgbClr val="5C574F"/>
                </a:solidFill>
                <a:latin typeface="Calibri" pitchFamily="34" charset="0"/>
                <a:ea typeface="Calibri" pitchFamily="34" charset="-122"/>
                <a:cs typeface="Calibri" pitchFamily="34" charset="-120"/>
              </a:rPr>
              <a:t>“Repent, and be baptized.”</a:t>
            </a:r>
            <a:endParaRPr lang="en-US" sz="1800" dirty="0"/>
          </a:p>
        </p:txBody>
      </p:sp>
      <p:sp>
        <p:nvSpPr>
          <p:cNvPr id="10" name="Text 8"/>
          <p:cNvSpPr/>
          <p:nvPr/>
        </p:nvSpPr>
        <p:spPr>
          <a:xfrm>
            <a:off x="685800" y="4754880"/>
            <a:ext cx="2533574" cy="274320"/>
          </a:xfrm>
          <a:prstGeom prst="rect">
            <a:avLst/>
          </a:prstGeom>
          <a:noFill/>
          <a:ln/>
        </p:spPr>
        <p:txBody>
          <a:bodyPr wrap="square" lIns="0" tIns="0" rIns="0" bIns="0" rtlCol="0" anchor="ctr"/>
          <a:lstStyle/>
          <a:p>
            <a:pPr marL="0" indent="0">
              <a:buNone/>
            </a:pPr>
            <a:r>
              <a:rPr lang="en-US" sz="1300" b="1" dirty="0">
                <a:solidFill>
                  <a:srgbClr val="8F4519"/>
                </a:solidFill>
                <a:latin typeface="Calibri" pitchFamily="34" charset="0"/>
                <a:ea typeface="Calibri" pitchFamily="34" charset="-122"/>
                <a:cs typeface="Calibri" pitchFamily="34" charset="-120"/>
              </a:rPr>
              <a:t>Acts 2:38</a:t>
            </a:r>
            <a:endParaRPr lang="en-US" sz="1300" dirty="0"/>
          </a:p>
        </p:txBody>
      </p:sp>
      <p:sp>
        <p:nvSpPr>
          <p:cNvPr id="11" name="Shape 9"/>
          <p:cNvSpPr/>
          <p:nvPr/>
        </p:nvSpPr>
        <p:spPr>
          <a:xfrm>
            <a:off x="3447974" y="2514600"/>
            <a:ext cx="2533574" cy="0"/>
          </a:xfrm>
          <a:prstGeom prst="line">
            <a:avLst/>
          </a:prstGeom>
          <a:noFill/>
          <a:ln w="12700">
            <a:solidFill>
              <a:srgbClr val="DDD4C4"/>
            </a:solidFill>
            <a:prstDash val="solid"/>
          </a:ln>
        </p:spPr>
        <p:txBody>
          <a:bodyPr/>
          <a:lstStyle/>
          <a:p>
            <a:endParaRPr lang="en-US"/>
          </a:p>
        </p:txBody>
      </p:sp>
      <p:sp>
        <p:nvSpPr>
          <p:cNvPr id="12" name="Text 10"/>
          <p:cNvSpPr/>
          <p:nvPr/>
        </p:nvSpPr>
        <p:spPr>
          <a:xfrm>
            <a:off x="3447974" y="2697480"/>
            <a:ext cx="914400" cy="640080"/>
          </a:xfrm>
          <a:prstGeom prst="rect">
            <a:avLst/>
          </a:prstGeom>
          <a:noFill/>
          <a:ln/>
        </p:spPr>
        <p:txBody>
          <a:bodyPr wrap="square" lIns="0" tIns="0" rIns="0" bIns="0" rtlCol="0" anchor="t"/>
          <a:lstStyle/>
          <a:p>
            <a:pPr marL="0" indent="0">
              <a:buNone/>
            </a:pPr>
            <a:r>
              <a:rPr lang="en-US" sz="3400" b="1" dirty="0">
                <a:solidFill>
                  <a:srgbClr val="8F4519"/>
                </a:solidFill>
                <a:latin typeface="Georgia" pitchFamily="34" charset="0"/>
                <a:ea typeface="Georgia" pitchFamily="34" charset="-122"/>
                <a:cs typeface="Georgia" pitchFamily="34" charset="-120"/>
              </a:rPr>
              <a:t>2</a:t>
            </a:r>
            <a:endParaRPr lang="en-US" sz="3400" dirty="0"/>
          </a:p>
        </p:txBody>
      </p:sp>
      <p:sp>
        <p:nvSpPr>
          <p:cNvPr id="13" name="Text 11"/>
          <p:cNvSpPr/>
          <p:nvPr/>
        </p:nvSpPr>
        <p:spPr>
          <a:xfrm>
            <a:off x="3447974" y="3383280"/>
            <a:ext cx="2533574" cy="1325880"/>
          </a:xfrm>
          <a:prstGeom prst="rect">
            <a:avLst/>
          </a:prstGeom>
          <a:noFill/>
          <a:ln/>
        </p:spPr>
        <p:txBody>
          <a:bodyPr wrap="square" lIns="0" tIns="0" rIns="0" bIns="0" rtlCol="0" anchor="t"/>
          <a:lstStyle/>
          <a:p>
            <a:pPr marL="0" indent="0">
              <a:spcAft>
                <a:spcPts val="600"/>
              </a:spcAft>
              <a:buNone/>
            </a:pPr>
            <a:r>
              <a:rPr lang="en-US" sz="1800" b="1" dirty="0">
                <a:solidFill>
                  <a:srgbClr val="22201C"/>
                </a:solidFill>
                <a:latin typeface="Calibri" pitchFamily="34" charset="0"/>
                <a:ea typeface="Calibri" pitchFamily="34" charset="-122"/>
                <a:cs typeface="Calibri" pitchFamily="34" charset="-120"/>
              </a:rPr>
              <a:t>Approved example</a:t>
            </a:r>
            <a:endParaRPr lang="en-US" sz="1800" dirty="0"/>
          </a:p>
          <a:p>
            <a:pPr marL="0" indent="0">
              <a:buNone/>
            </a:pPr>
            <a:r>
              <a:rPr lang="en-US" sz="1500" dirty="0">
                <a:solidFill>
                  <a:srgbClr val="5C574F"/>
                </a:solidFill>
                <a:latin typeface="Calibri" pitchFamily="34" charset="0"/>
                <a:ea typeface="Calibri" pitchFamily="34" charset="-122"/>
                <a:cs typeface="Calibri" pitchFamily="34" charset="-120"/>
              </a:rPr>
              <a:t>Disciples met on the first day to break bread.</a:t>
            </a:r>
            <a:endParaRPr lang="en-US" sz="1800" dirty="0"/>
          </a:p>
        </p:txBody>
      </p:sp>
      <p:sp>
        <p:nvSpPr>
          <p:cNvPr id="14" name="Text 12"/>
          <p:cNvSpPr/>
          <p:nvPr/>
        </p:nvSpPr>
        <p:spPr>
          <a:xfrm>
            <a:off x="3447974" y="4754880"/>
            <a:ext cx="2533574" cy="274320"/>
          </a:xfrm>
          <a:prstGeom prst="rect">
            <a:avLst/>
          </a:prstGeom>
          <a:noFill/>
          <a:ln/>
        </p:spPr>
        <p:txBody>
          <a:bodyPr wrap="square" lIns="0" tIns="0" rIns="0" bIns="0" rtlCol="0" anchor="ctr"/>
          <a:lstStyle/>
          <a:p>
            <a:pPr marL="0" indent="0">
              <a:buNone/>
            </a:pPr>
            <a:r>
              <a:rPr lang="en-US" sz="1300" b="1" dirty="0">
                <a:solidFill>
                  <a:srgbClr val="8F4519"/>
                </a:solidFill>
                <a:latin typeface="Calibri" pitchFamily="34" charset="0"/>
                <a:ea typeface="Calibri" pitchFamily="34" charset="-122"/>
                <a:cs typeface="Calibri" pitchFamily="34" charset="-120"/>
              </a:rPr>
              <a:t>Acts 20:7</a:t>
            </a:r>
            <a:endParaRPr lang="en-US" sz="1300" dirty="0"/>
          </a:p>
        </p:txBody>
      </p:sp>
      <p:sp>
        <p:nvSpPr>
          <p:cNvPr id="15" name="Shape 13"/>
          <p:cNvSpPr/>
          <p:nvPr/>
        </p:nvSpPr>
        <p:spPr>
          <a:xfrm>
            <a:off x="6210148" y="2514600"/>
            <a:ext cx="2533574" cy="0"/>
          </a:xfrm>
          <a:prstGeom prst="line">
            <a:avLst/>
          </a:prstGeom>
          <a:noFill/>
          <a:ln w="12700">
            <a:solidFill>
              <a:srgbClr val="DDD4C4"/>
            </a:solidFill>
            <a:prstDash val="solid"/>
          </a:ln>
        </p:spPr>
        <p:txBody>
          <a:bodyPr/>
          <a:lstStyle/>
          <a:p>
            <a:endParaRPr lang="en-US"/>
          </a:p>
        </p:txBody>
      </p:sp>
      <p:sp>
        <p:nvSpPr>
          <p:cNvPr id="16" name="Text 14"/>
          <p:cNvSpPr/>
          <p:nvPr/>
        </p:nvSpPr>
        <p:spPr>
          <a:xfrm>
            <a:off x="6210148" y="2697480"/>
            <a:ext cx="914400" cy="640080"/>
          </a:xfrm>
          <a:prstGeom prst="rect">
            <a:avLst/>
          </a:prstGeom>
          <a:noFill/>
          <a:ln/>
        </p:spPr>
        <p:txBody>
          <a:bodyPr wrap="square" lIns="0" tIns="0" rIns="0" bIns="0" rtlCol="0" anchor="t"/>
          <a:lstStyle/>
          <a:p>
            <a:pPr marL="0" indent="0">
              <a:buNone/>
            </a:pPr>
            <a:r>
              <a:rPr lang="en-US" sz="3400" b="1" dirty="0">
                <a:solidFill>
                  <a:srgbClr val="8F4519"/>
                </a:solidFill>
                <a:latin typeface="Georgia" pitchFamily="34" charset="0"/>
                <a:ea typeface="Georgia" pitchFamily="34" charset="-122"/>
                <a:cs typeface="Georgia" pitchFamily="34" charset="-120"/>
              </a:rPr>
              <a:t>3</a:t>
            </a:r>
            <a:endParaRPr lang="en-US" sz="3400" dirty="0"/>
          </a:p>
        </p:txBody>
      </p:sp>
      <p:sp>
        <p:nvSpPr>
          <p:cNvPr id="17" name="Text 15"/>
          <p:cNvSpPr/>
          <p:nvPr/>
        </p:nvSpPr>
        <p:spPr>
          <a:xfrm>
            <a:off x="6210148" y="3383280"/>
            <a:ext cx="2533574" cy="1325880"/>
          </a:xfrm>
          <a:prstGeom prst="rect">
            <a:avLst/>
          </a:prstGeom>
          <a:noFill/>
          <a:ln/>
        </p:spPr>
        <p:txBody>
          <a:bodyPr wrap="square" lIns="0" tIns="0" rIns="0" bIns="0" rtlCol="0" anchor="t"/>
          <a:lstStyle/>
          <a:p>
            <a:pPr marL="0" indent="0">
              <a:spcAft>
                <a:spcPts val="600"/>
              </a:spcAft>
              <a:buNone/>
            </a:pPr>
            <a:r>
              <a:rPr lang="en-US" sz="1800" b="1" dirty="0">
                <a:solidFill>
                  <a:srgbClr val="22201C"/>
                </a:solidFill>
                <a:latin typeface="Calibri" pitchFamily="34" charset="0"/>
                <a:ea typeface="Calibri" pitchFamily="34" charset="-122"/>
                <a:cs typeface="Calibri" pitchFamily="34" charset="-120"/>
              </a:rPr>
              <a:t>Necessary conclusion</a:t>
            </a:r>
            <a:endParaRPr lang="en-US" sz="1800" dirty="0"/>
          </a:p>
          <a:p>
            <a:pPr marL="0" indent="0">
              <a:buNone/>
            </a:pPr>
            <a:r>
              <a:rPr lang="en-US" sz="1500" dirty="0">
                <a:solidFill>
                  <a:srgbClr val="5C574F"/>
                </a:solidFill>
                <a:latin typeface="Calibri" pitchFamily="34" charset="0"/>
                <a:ea typeface="Calibri" pitchFamily="34" charset="-122"/>
                <a:cs typeface="Calibri" pitchFamily="34" charset="-120"/>
              </a:rPr>
              <a:t>Preaching Jesus included teaching baptism.</a:t>
            </a:r>
            <a:endParaRPr lang="en-US" sz="1800" dirty="0"/>
          </a:p>
        </p:txBody>
      </p:sp>
      <p:sp>
        <p:nvSpPr>
          <p:cNvPr id="18" name="Text 16"/>
          <p:cNvSpPr/>
          <p:nvPr/>
        </p:nvSpPr>
        <p:spPr>
          <a:xfrm>
            <a:off x="6210148" y="4754880"/>
            <a:ext cx="2533574" cy="274320"/>
          </a:xfrm>
          <a:prstGeom prst="rect">
            <a:avLst/>
          </a:prstGeom>
          <a:noFill/>
          <a:ln/>
        </p:spPr>
        <p:txBody>
          <a:bodyPr wrap="square" lIns="0" tIns="0" rIns="0" bIns="0" rtlCol="0" anchor="ctr"/>
          <a:lstStyle/>
          <a:p>
            <a:pPr marL="0" indent="0">
              <a:buNone/>
            </a:pPr>
            <a:r>
              <a:rPr lang="en-US" sz="1300" b="1" dirty="0">
                <a:solidFill>
                  <a:srgbClr val="8F4519"/>
                </a:solidFill>
                <a:latin typeface="Calibri" pitchFamily="34" charset="0"/>
                <a:ea typeface="Calibri" pitchFamily="34" charset="-122"/>
                <a:cs typeface="Calibri" pitchFamily="34" charset="-120"/>
              </a:rPr>
              <a:t>Acts 8:35–36</a:t>
            </a:r>
            <a:endParaRPr lang="en-US" sz="1300" dirty="0"/>
          </a:p>
        </p:txBody>
      </p:sp>
      <p:sp>
        <p:nvSpPr>
          <p:cNvPr id="19" name="Shape 17"/>
          <p:cNvSpPr/>
          <p:nvPr/>
        </p:nvSpPr>
        <p:spPr>
          <a:xfrm>
            <a:off x="8972321" y="2514600"/>
            <a:ext cx="2533574" cy="0"/>
          </a:xfrm>
          <a:prstGeom prst="line">
            <a:avLst/>
          </a:prstGeom>
          <a:noFill/>
          <a:ln w="28575">
            <a:solidFill>
              <a:srgbClr val="8F4519"/>
            </a:solidFill>
            <a:prstDash val="solid"/>
          </a:ln>
        </p:spPr>
        <p:txBody>
          <a:bodyPr/>
          <a:lstStyle/>
          <a:p>
            <a:endParaRPr lang="en-US"/>
          </a:p>
        </p:txBody>
      </p:sp>
      <p:sp>
        <p:nvSpPr>
          <p:cNvPr id="20" name="Text 18"/>
          <p:cNvSpPr/>
          <p:nvPr/>
        </p:nvSpPr>
        <p:spPr>
          <a:xfrm>
            <a:off x="8972321" y="2697480"/>
            <a:ext cx="914400" cy="640080"/>
          </a:xfrm>
          <a:prstGeom prst="rect">
            <a:avLst/>
          </a:prstGeom>
          <a:noFill/>
          <a:ln/>
        </p:spPr>
        <p:txBody>
          <a:bodyPr wrap="square" lIns="0" tIns="0" rIns="0" bIns="0" rtlCol="0" anchor="t"/>
          <a:lstStyle/>
          <a:p>
            <a:pPr marL="0" indent="0">
              <a:buNone/>
            </a:pPr>
            <a:r>
              <a:rPr lang="en-US" sz="3400" b="1" dirty="0">
                <a:solidFill>
                  <a:srgbClr val="8F4519"/>
                </a:solidFill>
                <a:latin typeface="Georgia" pitchFamily="34" charset="0"/>
                <a:ea typeface="Georgia" pitchFamily="34" charset="-122"/>
                <a:cs typeface="Georgia" pitchFamily="34" charset="-120"/>
              </a:rPr>
              <a:t>4</a:t>
            </a:r>
            <a:endParaRPr lang="en-US" sz="3400" dirty="0"/>
          </a:p>
        </p:txBody>
      </p:sp>
      <p:sp>
        <p:nvSpPr>
          <p:cNvPr id="21" name="Text 19"/>
          <p:cNvSpPr/>
          <p:nvPr/>
        </p:nvSpPr>
        <p:spPr>
          <a:xfrm>
            <a:off x="8972321" y="3383280"/>
            <a:ext cx="2533574" cy="1325880"/>
          </a:xfrm>
          <a:prstGeom prst="rect">
            <a:avLst/>
          </a:prstGeom>
          <a:noFill/>
          <a:ln/>
        </p:spPr>
        <p:txBody>
          <a:bodyPr wrap="square" lIns="0" tIns="0" rIns="0" bIns="0" rtlCol="0" anchor="t"/>
          <a:lstStyle/>
          <a:p>
            <a:pPr marL="0" indent="0">
              <a:spcAft>
                <a:spcPts val="600"/>
              </a:spcAft>
              <a:buNone/>
            </a:pPr>
            <a:r>
              <a:rPr lang="en-US" sz="1800" b="1" dirty="0">
                <a:solidFill>
                  <a:srgbClr val="22201C"/>
                </a:solidFill>
                <a:latin typeface="Calibri" pitchFamily="34" charset="0"/>
                <a:ea typeface="Calibri" pitchFamily="34" charset="-122"/>
                <a:cs typeface="Calibri" pitchFamily="34" charset="-120"/>
              </a:rPr>
              <a:t>God’s silence</a:t>
            </a:r>
            <a:endParaRPr lang="en-US" sz="1800" dirty="0"/>
          </a:p>
          <a:p>
            <a:pPr marL="0" indent="0">
              <a:buNone/>
            </a:pPr>
            <a:r>
              <a:rPr lang="en-US" sz="1500" dirty="0">
                <a:solidFill>
                  <a:srgbClr val="5C574F"/>
                </a:solidFill>
                <a:latin typeface="Calibri" pitchFamily="34" charset="0"/>
                <a:ea typeface="Calibri" pitchFamily="34" charset="-122"/>
                <a:cs typeface="Calibri" pitchFamily="34" charset="-120"/>
              </a:rPr>
              <a:t>“Gopher wood” ruled out every other wood.</a:t>
            </a:r>
            <a:endParaRPr lang="en-US" sz="1800" dirty="0"/>
          </a:p>
        </p:txBody>
      </p:sp>
      <p:sp>
        <p:nvSpPr>
          <p:cNvPr id="22" name="Text 20"/>
          <p:cNvSpPr/>
          <p:nvPr/>
        </p:nvSpPr>
        <p:spPr>
          <a:xfrm>
            <a:off x="8972321" y="4754880"/>
            <a:ext cx="2533574" cy="274320"/>
          </a:xfrm>
          <a:prstGeom prst="rect">
            <a:avLst/>
          </a:prstGeom>
          <a:noFill/>
          <a:ln/>
        </p:spPr>
        <p:txBody>
          <a:bodyPr wrap="square" lIns="0" tIns="0" rIns="0" bIns="0" rtlCol="0" anchor="ctr"/>
          <a:lstStyle/>
          <a:p>
            <a:pPr marL="0" indent="0">
              <a:buNone/>
            </a:pPr>
            <a:r>
              <a:rPr lang="en-US" sz="1300" b="1" dirty="0">
                <a:solidFill>
                  <a:srgbClr val="8F4519"/>
                </a:solidFill>
                <a:latin typeface="Calibri" pitchFamily="34" charset="0"/>
                <a:ea typeface="Calibri" pitchFamily="34" charset="-122"/>
                <a:cs typeface="Calibri" pitchFamily="34" charset="-120"/>
              </a:rPr>
              <a:t>Gen. 6:14; Heb. 7:14</a:t>
            </a:r>
            <a:endParaRPr lang="en-US" sz="1300" dirty="0"/>
          </a:p>
        </p:txBody>
      </p:sp>
      <p:sp>
        <p:nvSpPr>
          <p:cNvPr id="23" name="Shape 21"/>
          <p:cNvSpPr/>
          <p:nvPr/>
        </p:nvSpPr>
        <p:spPr>
          <a:xfrm>
            <a:off x="685800" y="5486400"/>
            <a:ext cx="10820095" cy="0"/>
          </a:xfrm>
          <a:prstGeom prst="line">
            <a:avLst/>
          </a:prstGeom>
          <a:noFill/>
          <a:ln w="12700">
            <a:solidFill>
              <a:srgbClr val="8F4519"/>
            </a:solidFill>
            <a:prstDash val="solid"/>
          </a:ln>
        </p:spPr>
        <p:txBody>
          <a:bodyPr/>
          <a:lstStyle/>
          <a:p>
            <a:endParaRPr lang="en-US"/>
          </a:p>
        </p:txBody>
      </p:sp>
      <p:sp>
        <p:nvSpPr>
          <p:cNvPr id="24" name="Text 22"/>
          <p:cNvSpPr/>
          <p:nvPr/>
        </p:nvSpPr>
        <p:spPr>
          <a:xfrm>
            <a:off x="685800" y="5559552"/>
            <a:ext cx="10820095" cy="585216"/>
          </a:xfrm>
          <a:prstGeom prst="rect">
            <a:avLst/>
          </a:prstGeom>
          <a:noFill/>
          <a:ln/>
        </p:spPr>
        <p:txBody>
          <a:bodyPr wrap="square" lIns="0" tIns="0" rIns="0" bIns="0" rtlCol="0" anchor="ctr"/>
          <a:lstStyle/>
          <a:p>
            <a:pPr marL="0" indent="0">
              <a:buNone/>
            </a:pPr>
            <a:r>
              <a:rPr lang="en-US" sz="1200" b="1" kern="0" spc="200" dirty="0">
                <a:solidFill>
                  <a:srgbClr val="8F4519"/>
                </a:solidFill>
                <a:latin typeface="Calibri" pitchFamily="34" charset="0"/>
                <a:ea typeface="Calibri" pitchFamily="34" charset="-122"/>
                <a:cs typeface="Calibri" pitchFamily="34" charset="-120"/>
              </a:rPr>
              <a:t>TODAY   </a:t>
            </a:r>
            <a:r>
              <a:rPr lang="en-US" sz="1500" dirty="0">
                <a:solidFill>
                  <a:srgbClr val="22201C"/>
                </a:solidFill>
                <a:latin typeface="Calibri" pitchFamily="34" charset="0"/>
                <a:ea typeface="Calibri" pitchFamily="34" charset="-122"/>
                <a:cs typeface="Calibri" pitchFamily="34" charset="-120"/>
              </a:rPr>
              <a:t>A prescription for one medicine does not let the pharmacist add others. God’s silence is not permission.</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6F2EA"/>
        </a:solidFill>
        <a:effectLst/>
      </p:bgPr>
    </p:bg>
    <p:spTree>
      <p:nvGrpSpPr>
        <p:cNvPr id="1" name=""/>
        <p:cNvGrpSpPr/>
        <p:nvPr/>
      </p:nvGrpSpPr>
      <p:grpSpPr>
        <a:xfrm>
          <a:off x="0" y="0"/>
          <a:ext cx="0" cy="0"/>
          <a:chOff x="0" y="0"/>
          <a:chExt cx="0" cy="0"/>
        </a:xfrm>
      </p:grpSpPr>
      <p:sp>
        <p:nvSpPr>
          <p:cNvPr id="2" name="Text 0"/>
          <p:cNvSpPr/>
          <p:nvPr/>
        </p:nvSpPr>
        <p:spPr>
          <a:xfrm>
            <a:off x="685800" y="502920"/>
            <a:ext cx="10820095" cy="274320"/>
          </a:xfrm>
          <a:prstGeom prst="rect">
            <a:avLst/>
          </a:prstGeom>
          <a:noFill/>
          <a:ln/>
        </p:spPr>
        <p:txBody>
          <a:bodyPr wrap="square" lIns="0" tIns="0" rIns="0" bIns="0" rtlCol="0" anchor="ctr"/>
          <a:lstStyle/>
          <a:p>
            <a:pPr marL="0" indent="0">
              <a:buNone/>
            </a:pPr>
            <a:r>
              <a:rPr lang="en-US" sz="1200" b="1" kern="0" spc="300" dirty="0">
                <a:solidFill>
                  <a:srgbClr val="8F4519"/>
                </a:solidFill>
                <a:latin typeface="Calibri" pitchFamily="34" charset="0"/>
                <a:ea typeface="Calibri" pitchFamily="34" charset="-122"/>
                <a:cs typeface="Calibri" pitchFamily="34" charset="-120"/>
              </a:rPr>
              <a:t>LESSON 2 · CASE STUDY</a:t>
            </a:r>
            <a:endParaRPr lang="en-US" sz="1200" dirty="0"/>
          </a:p>
        </p:txBody>
      </p:sp>
      <p:sp>
        <p:nvSpPr>
          <p:cNvPr id="3" name="Text 1"/>
          <p:cNvSpPr/>
          <p:nvPr/>
        </p:nvSpPr>
        <p:spPr>
          <a:xfrm>
            <a:off x="685800" y="822960"/>
            <a:ext cx="10820095" cy="777240"/>
          </a:xfrm>
          <a:prstGeom prst="rect">
            <a:avLst/>
          </a:prstGeom>
          <a:noFill/>
          <a:ln/>
        </p:spPr>
        <p:txBody>
          <a:bodyPr wrap="square" lIns="0" tIns="0" rIns="0" bIns="0" rtlCol="0" anchor="t"/>
          <a:lstStyle/>
          <a:p>
            <a:pPr marL="0" indent="0">
              <a:buNone/>
            </a:pPr>
            <a:r>
              <a:rPr lang="en-US" sz="3400" b="1" dirty="0">
                <a:solidFill>
                  <a:srgbClr val="22201C"/>
                </a:solidFill>
                <a:latin typeface="Georgia" pitchFamily="34" charset="0"/>
                <a:ea typeface="Georgia" pitchFamily="34" charset="-122"/>
                <a:cs typeface="Georgia" pitchFamily="34" charset="-120"/>
              </a:rPr>
              <a:t>Adding to what God said</a:t>
            </a:r>
            <a:endParaRPr lang="en-US" sz="3400" dirty="0"/>
          </a:p>
        </p:txBody>
      </p:sp>
      <p:sp>
        <p:nvSpPr>
          <p:cNvPr id="4" name="Text 2"/>
          <p:cNvSpPr/>
          <p:nvPr/>
        </p:nvSpPr>
        <p:spPr>
          <a:xfrm>
            <a:off x="685800" y="6400800"/>
            <a:ext cx="5486400" cy="274320"/>
          </a:xfrm>
          <a:prstGeom prst="rect">
            <a:avLst/>
          </a:prstGeom>
          <a:noFill/>
          <a:ln/>
        </p:spPr>
        <p:txBody>
          <a:bodyPr wrap="square" lIns="0" tIns="0" rIns="0" bIns="0" rtlCol="0" anchor="ctr"/>
          <a:lstStyle/>
          <a:p>
            <a:pPr marL="0" indent="0">
              <a:buNone/>
            </a:pPr>
            <a:r>
              <a:rPr lang="en-US" sz="1000" dirty="0">
                <a:solidFill>
                  <a:srgbClr val="5C574F"/>
                </a:solidFill>
                <a:latin typeface="Calibri" pitchFamily="34" charset="0"/>
                <a:ea typeface="Calibri" pitchFamily="34" charset="-122"/>
                <a:cs typeface="Calibri" pitchFamily="34" charset="-120"/>
              </a:rPr>
              <a:t>Welcome to the Family of God</a:t>
            </a:r>
            <a:endParaRPr lang="en-US" sz="1000" dirty="0"/>
          </a:p>
        </p:txBody>
      </p:sp>
      <p:sp>
        <p:nvSpPr>
          <p:cNvPr id="5" name="Text 3"/>
          <p:cNvSpPr/>
          <p:nvPr/>
        </p:nvSpPr>
        <p:spPr>
          <a:xfrm>
            <a:off x="10591495" y="6400800"/>
            <a:ext cx="914400" cy="274320"/>
          </a:xfrm>
          <a:prstGeom prst="rect">
            <a:avLst/>
          </a:prstGeom>
          <a:noFill/>
          <a:ln/>
        </p:spPr>
        <p:txBody>
          <a:bodyPr wrap="square" lIns="0" tIns="0" rIns="0" bIns="0" rtlCol="0" anchor="ctr"/>
          <a:lstStyle/>
          <a:p>
            <a:pPr marL="0" indent="0" algn="r">
              <a:buNone/>
            </a:pPr>
            <a:r>
              <a:rPr lang="en-US" sz="1000" dirty="0">
                <a:solidFill>
                  <a:srgbClr val="5C574F"/>
                </a:solidFill>
                <a:latin typeface="Calibri" pitchFamily="34" charset="0"/>
                <a:ea typeface="Calibri" pitchFamily="34" charset="-122"/>
                <a:cs typeface="Calibri" pitchFamily="34" charset="-120"/>
              </a:rPr>
              <a:t>20</a:t>
            </a:r>
            <a:endParaRPr lang="en-US" sz="1000" dirty="0"/>
          </a:p>
        </p:txBody>
      </p:sp>
      <p:sp>
        <p:nvSpPr>
          <p:cNvPr id="6" name="Shape 4"/>
          <p:cNvSpPr/>
          <p:nvPr/>
        </p:nvSpPr>
        <p:spPr>
          <a:xfrm>
            <a:off x="685800" y="1828800"/>
            <a:ext cx="5272888" cy="0"/>
          </a:xfrm>
          <a:prstGeom prst="line">
            <a:avLst/>
          </a:prstGeom>
          <a:noFill/>
          <a:ln w="28575">
            <a:solidFill>
              <a:srgbClr val="8F4519"/>
            </a:solidFill>
            <a:prstDash val="solid"/>
          </a:ln>
        </p:spPr>
        <p:txBody>
          <a:bodyPr/>
          <a:lstStyle/>
          <a:p>
            <a:endParaRPr lang="en-US"/>
          </a:p>
        </p:txBody>
      </p:sp>
      <p:sp>
        <p:nvSpPr>
          <p:cNvPr id="7" name="Text 5"/>
          <p:cNvSpPr/>
          <p:nvPr/>
        </p:nvSpPr>
        <p:spPr>
          <a:xfrm>
            <a:off x="685800" y="2121408"/>
            <a:ext cx="2743200" cy="274320"/>
          </a:xfrm>
          <a:prstGeom prst="rect">
            <a:avLst/>
          </a:prstGeom>
          <a:noFill/>
          <a:ln/>
        </p:spPr>
        <p:txBody>
          <a:bodyPr wrap="square" lIns="0" tIns="0" rIns="0" bIns="0" rtlCol="0" anchor="ctr"/>
          <a:lstStyle/>
          <a:p>
            <a:pPr marL="0" indent="0">
              <a:buNone/>
            </a:pPr>
            <a:r>
              <a:rPr lang="en-US" sz="1200" b="1" kern="0" spc="300" dirty="0">
                <a:solidFill>
                  <a:srgbClr val="8F4519"/>
                </a:solidFill>
                <a:latin typeface="Calibri" pitchFamily="34" charset="0"/>
                <a:ea typeface="Calibri" pitchFamily="34" charset="-122"/>
                <a:cs typeface="Calibri" pitchFamily="34" charset="-120"/>
              </a:rPr>
              <a:t>THEN</a:t>
            </a:r>
            <a:endParaRPr lang="en-US" sz="1200" dirty="0"/>
          </a:p>
        </p:txBody>
      </p:sp>
      <p:sp>
        <p:nvSpPr>
          <p:cNvPr id="8" name="Text 6"/>
          <p:cNvSpPr/>
          <p:nvPr/>
        </p:nvSpPr>
        <p:spPr>
          <a:xfrm>
            <a:off x="685800" y="2395728"/>
            <a:ext cx="5272888" cy="411480"/>
          </a:xfrm>
          <a:prstGeom prst="rect">
            <a:avLst/>
          </a:prstGeom>
          <a:noFill/>
          <a:ln/>
        </p:spPr>
        <p:txBody>
          <a:bodyPr wrap="square" lIns="0" tIns="0" rIns="0" bIns="0" rtlCol="0" anchor="ctr"/>
          <a:lstStyle/>
          <a:p>
            <a:pPr marL="0" indent="0">
              <a:buNone/>
            </a:pPr>
            <a:r>
              <a:rPr lang="en-US" sz="2200" dirty="0">
                <a:solidFill>
                  <a:srgbClr val="22201C"/>
                </a:solidFill>
                <a:latin typeface="Georgia" pitchFamily="34" charset="0"/>
                <a:ea typeface="Georgia" pitchFamily="34" charset="-122"/>
                <a:cs typeface="Georgia" pitchFamily="34" charset="-120"/>
              </a:rPr>
              <a:t>First century</a:t>
            </a:r>
            <a:endParaRPr lang="en-US" sz="2200" dirty="0"/>
          </a:p>
        </p:txBody>
      </p:sp>
      <p:sp>
        <p:nvSpPr>
          <p:cNvPr id="9" name="Text 7"/>
          <p:cNvSpPr/>
          <p:nvPr/>
        </p:nvSpPr>
        <p:spPr>
          <a:xfrm>
            <a:off x="685800" y="2926080"/>
            <a:ext cx="5272888" cy="1600200"/>
          </a:xfrm>
          <a:prstGeom prst="rect">
            <a:avLst/>
          </a:prstGeom>
          <a:noFill/>
          <a:ln/>
        </p:spPr>
        <p:txBody>
          <a:bodyPr wrap="square" lIns="0" tIns="0" rIns="0" bIns="0" rtlCol="0" anchor="t"/>
          <a:lstStyle/>
          <a:p>
            <a:pPr marL="0" indent="0">
              <a:lnSpc>
                <a:spcPct val="112000"/>
              </a:lnSpc>
              <a:buNone/>
            </a:pPr>
            <a:r>
              <a:rPr lang="en-US" sz="1700" dirty="0">
                <a:solidFill>
                  <a:srgbClr val="5C574F"/>
                </a:solidFill>
                <a:latin typeface="Calibri" pitchFamily="34" charset="0"/>
                <a:ea typeface="Calibri" pitchFamily="34" charset="-122"/>
                <a:cs typeface="Calibri" pitchFamily="34" charset="-120"/>
              </a:rPr>
              <a:t>Teachers told Gentile Christians they must also be circumcised. Paul said adding to the gospel perverts it, and those who bound it were severed from Christ.</a:t>
            </a:r>
            <a:endParaRPr lang="en-US" sz="1700" dirty="0"/>
          </a:p>
        </p:txBody>
      </p:sp>
      <p:sp>
        <p:nvSpPr>
          <p:cNvPr id="10" name="Text 8"/>
          <p:cNvSpPr/>
          <p:nvPr/>
        </p:nvSpPr>
        <p:spPr>
          <a:xfrm>
            <a:off x="685800" y="4617720"/>
            <a:ext cx="5272888" cy="274320"/>
          </a:xfrm>
          <a:prstGeom prst="rect">
            <a:avLst/>
          </a:prstGeom>
          <a:noFill/>
          <a:ln/>
        </p:spPr>
        <p:txBody>
          <a:bodyPr wrap="square" lIns="0" tIns="0" rIns="0" bIns="0" rtlCol="0" anchor="ctr"/>
          <a:lstStyle/>
          <a:p>
            <a:pPr marL="0" indent="0">
              <a:buNone/>
            </a:pPr>
            <a:r>
              <a:rPr lang="en-US" sz="1400" b="1" dirty="0">
                <a:solidFill>
                  <a:srgbClr val="8F4519"/>
                </a:solidFill>
                <a:latin typeface="Calibri" pitchFamily="34" charset="0"/>
                <a:ea typeface="Calibri" pitchFamily="34" charset="-122"/>
                <a:cs typeface="Calibri" pitchFamily="34" charset="-120"/>
              </a:rPr>
              <a:t>Galatians 1:6–9; 5:4</a:t>
            </a:r>
            <a:endParaRPr lang="en-US" sz="1400" dirty="0"/>
          </a:p>
        </p:txBody>
      </p:sp>
      <p:sp>
        <p:nvSpPr>
          <p:cNvPr id="11" name="Shape 9"/>
          <p:cNvSpPr/>
          <p:nvPr/>
        </p:nvSpPr>
        <p:spPr>
          <a:xfrm>
            <a:off x="6233008" y="1828800"/>
            <a:ext cx="5272888" cy="0"/>
          </a:xfrm>
          <a:prstGeom prst="line">
            <a:avLst/>
          </a:prstGeom>
          <a:noFill/>
          <a:ln w="12700">
            <a:solidFill>
              <a:srgbClr val="DDD4C4"/>
            </a:solidFill>
            <a:prstDash val="solid"/>
          </a:ln>
        </p:spPr>
        <p:txBody>
          <a:bodyPr/>
          <a:lstStyle/>
          <a:p>
            <a:endParaRPr lang="en-US"/>
          </a:p>
        </p:txBody>
      </p:sp>
      <p:sp>
        <p:nvSpPr>
          <p:cNvPr id="12" name="Text 10"/>
          <p:cNvSpPr/>
          <p:nvPr/>
        </p:nvSpPr>
        <p:spPr>
          <a:xfrm>
            <a:off x="6233008" y="2121408"/>
            <a:ext cx="2743200" cy="274320"/>
          </a:xfrm>
          <a:prstGeom prst="rect">
            <a:avLst/>
          </a:prstGeom>
          <a:noFill/>
          <a:ln/>
        </p:spPr>
        <p:txBody>
          <a:bodyPr wrap="square" lIns="0" tIns="0" rIns="0" bIns="0" rtlCol="0" anchor="ctr"/>
          <a:lstStyle/>
          <a:p>
            <a:pPr marL="0" indent="0">
              <a:buNone/>
            </a:pPr>
            <a:r>
              <a:rPr lang="en-US" sz="1200" b="1" kern="0" spc="300" dirty="0">
                <a:solidFill>
                  <a:srgbClr val="8F4519"/>
                </a:solidFill>
                <a:latin typeface="Calibri" pitchFamily="34" charset="0"/>
                <a:ea typeface="Calibri" pitchFamily="34" charset="-122"/>
                <a:cs typeface="Calibri" pitchFamily="34" charset="-120"/>
              </a:rPr>
              <a:t>NOW</a:t>
            </a:r>
            <a:endParaRPr lang="en-US" sz="1200" dirty="0"/>
          </a:p>
        </p:txBody>
      </p:sp>
      <p:sp>
        <p:nvSpPr>
          <p:cNvPr id="13" name="Text 11"/>
          <p:cNvSpPr/>
          <p:nvPr/>
        </p:nvSpPr>
        <p:spPr>
          <a:xfrm>
            <a:off x="6233008" y="2395728"/>
            <a:ext cx="5272888" cy="411480"/>
          </a:xfrm>
          <a:prstGeom prst="rect">
            <a:avLst/>
          </a:prstGeom>
          <a:noFill/>
          <a:ln/>
        </p:spPr>
        <p:txBody>
          <a:bodyPr wrap="square" lIns="0" tIns="0" rIns="0" bIns="0" rtlCol="0" anchor="ctr"/>
          <a:lstStyle/>
          <a:p>
            <a:pPr marL="0" indent="0">
              <a:buNone/>
            </a:pPr>
            <a:r>
              <a:rPr lang="en-US" sz="2200" dirty="0">
                <a:solidFill>
                  <a:srgbClr val="22201C"/>
                </a:solidFill>
                <a:latin typeface="Georgia" pitchFamily="34" charset="0"/>
                <a:ea typeface="Georgia" pitchFamily="34" charset="-122"/>
                <a:cs typeface="Georgia" pitchFamily="34" charset="-120"/>
              </a:rPr>
              <a:t>Today</a:t>
            </a:r>
            <a:endParaRPr lang="en-US" sz="2200" dirty="0"/>
          </a:p>
        </p:txBody>
      </p:sp>
      <p:sp>
        <p:nvSpPr>
          <p:cNvPr id="14" name="Text 12"/>
          <p:cNvSpPr/>
          <p:nvPr/>
        </p:nvSpPr>
        <p:spPr>
          <a:xfrm>
            <a:off x="6233008" y="2926080"/>
            <a:ext cx="5272888" cy="1600200"/>
          </a:xfrm>
          <a:prstGeom prst="rect">
            <a:avLst/>
          </a:prstGeom>
          <a:noFill/>
          <a:ln/>
        </p:spPr>
        <p:txBody>
          <a:bodyPr wrap="square" lIns="0" tIns="0" rIns="0" bIns="0" rtlCol="0" anchor="t"/>
          <a:lstStyle/>
          <a:p>
            <a:pPr marL="0" indent="0">
              <a:lnSpc>
                <a:spcPct val="112000"/>
              </a:lnSpc>
              <a:buNone/>
            </a:pPr>
            <a:r>
              <a:rPr lang="en-US" sz="1700" dirty="0">
                <a:solidFill>
                  <a:srgbClr val="5C574F"/>
                </a:solidFill>
                <a:latin typeface="Calibri" pitchFamily="34" charset="0"/>
                <a:ea typeface="Calibri" pitchFamily="34" charset="-122"/>
                <a:cs typeface="Calibri" pitchFamily="34" charset="-120"/>
              </a:rPr>
              <a:t>A church adds whatever draws a crowd, reasoning, “The Bible doesn’t say not to.” God’s silence is treated as permission.</a:t>
            </a:r>
            <a:endParaRPr lang="en-US" sz="1700" dirty="0"/>
          </a:p>
        </p:txBody>
      </p:sp>
      <p:sp>
        <p:nvSpPr>
          <p:cNvPr id="15" name="Shape 13"/>
          <p:cNvSpPr/>
          <p:nvPr/>
        </p:nvSpPr>
        <p:spPr>
          <a:xfrm>
            <a:off x="685800" y="5486400"/>
            <a:ext cx="10820095" cy="0"/>
          </a:xfrm>
          <a:prstGeom prst="line">
            <a:avLst/>
          </a:prstGeom>
          <a:noFill/>
          <a:ln w="12700">
            <a:solidFill>
              <a:srgbClr val="8F4519"/>
            </a:solidFill>
            <a:prstDash val="solid"/>
          </a:ln>
        </p:spPr>
        <p:txBody>
          <a:bodyPr/>
          <a:lstStyle/>
          <a:p>
            <a:endParaRPr lang="en-US"/>
          </a:p>
        </p:txBody>
      </p:sp>
      <p:sp>
        <p:nvSpPr>
          <p:cNvPr id="16" name="Text 14"/>
          <p:cNvSpPr/>
          <p:nvPr/>
        </p:nvSpPr>
        <p:spPr>
          <a:xfrm>
            <a:off x="685800" y="5559552"/>
            <a:ext cx="10820095" cy="585216"/>
          </a:xfrm>
          <a:prstGeom prst="rect">
            <a:avLst/>
          </a:prstGeom>
          <a:noFill/>
          <a:ln/>
        </p:spPr>
        <p:txBody>
          <a:bodyPr wrap="square" lIns="0" tIns="0" rIns="0" bIns="0" rtlCol="0" anchor="ctr"/>
          <a:lstStyle/>
          <a:p>
            <a:pPr marL="0" indent="0">
              <a:buNone/>
            </a:pPr>
            <a:r>
              <a:rPr lang="en-US" sz="1200" b="1" kern="0" spc="200" dirty="0">
                <a:solidFill>
                  <a:srgbClr val="8F4519"/>
                </a:solidFill>
                <a:latin typeface="Calibri" pitchFamily="34" charset="0"/>
                <a:ea typeface="Calibri" pitchFamily="34" charset="-122"/>
                <a:cs typeface="Calibri" pitchFamily="34" charset="-120"/>
              </a:rPr>
              <a:t>THE LESSON   </a:t>
            </a:r>
            <a:r>
              <a:rPr lang="en-US" sz="1500" dirty="0">
                <a:solidFill>
                  <a:srgbClr val="22201C"/>
                </a:solidFill>
                <a:latin typeface="Calibri" pitchFamily="34" charset="0"/>
                <a:ea typeface="Calibri" pitchFamily="34" charset="-122"/>
                <a:cs typeface="Calibri" pitchFamily="34" charset="-120"/>
              </a:rPr>
              <a:t>God’s Word is complete. Adding to it is as serious as taking from it.  Revelation 22:18–19; 2 John 9</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6F2EA"/>
        </a:solidFill>
        <a:effectLst/>
      </p:bgPr>
    </p:bg>
    <p:spTree>
      <p:nvGrpSpPr>
        <p:cNvPr id="1" name=""/>
        <p:cNvGrpSpPr/>
        <p:nvPr/>
      </p:nvGrpSpPr>
      <p:grpSpPr>
        <a:xfrm>
          <a:off x="0" y="0"/>
          <a:ext cx="0" cy="0"/>
          <a:chOff x="0" y="0"/>
          <a:chExt cx="0" cy="0"/>
        </a:xfrm>
      </p:grpSpPr>
      <p:sp>
        <p:nvSpPr>
          <p:cNvPr id="2" name="Text 0"/>
          <p:cNvSpPr/>
          <p:nvPr/>
        </p:nvSpPr>
        <p:spPr>
          <a:xfrm>
            <a:off x="685800" y="502920"/>
            <a:ext cx="10820095" cy="274320"/>
          </a:xfrm>
          <a:prstGeom prst="rect">
            <a:avLst/>
          </a:prstGeom>
          <a:noFill/>
          <a:ln/>
        </p:spPr>
        <p:txBody>
          <a:bodyPr wrap="square" lIns="0" tIns="0" rIns="0" bIns="0" rtlCol="0" anchor="ctr"/>
          <a:lstStyle/>
          <a:p>
            <a:pPr marL="0" indent="0">
              <a:buNone/>
            </a:pPr>
            <a:r>
              <a:rPr lang="en-US" sz="1200" b="1" kern="0" spc="300" dirty="0">
                <a:solidFill>
                  <a:srgbClr val="8F4519"/>
                </a:solidFill>
                <a:latin typeface="Calibri" pitchFamily="34" charset="0"/>
                <a:ea typeface="Calibri" pitchFamily="34" charset="-122"/>
                <a:cs typeface="Calibri" pitchFamily="34" charset="-120"/>
              </a:rPr>
              <a:t>LESSON 2 · THE WORD</a:t>
            </a:r>
            <a:endParaRPr lang="en-US" sz="1200" dirty="0"/>
          </a:p>
        </p:txBody>
      </p:sp>
      <p:sp>
        <p:nvSpPr>
          <p:cNvPr id="3" name="Text 1"/>
          <p:cNvSpPr/>
          <p:nvPr/>
        </p:nvSpPr>
        <p:spPr>
          <a:xfrm>
            <a:off x="685800" y="822960"/>
            <a:ext cx="10820095" cy="777240"/>
          </a:xfrm>
          <a:prstGeom prst="rect">
            <a:avLst/>
          </a:prstGeom>
          <a:noFill/>
          <a:ln/>
        </p:spPr>
        <p:txBody>
          <a:bodyPr wrap="square" lIns="0" tIns="0" rIns="0" bIns="0" rtlCol="0" anchor="t"/>
          <a:lstStyle/>
          <a:p>
            <a:pPr marL="0" indent="0">
              <a:buNone/>
            </a:pPr>
            <a:r>
              <a:rPr lang="en-US" sz="3400" b="1" dirty="0">
                <a:solidFill>
                  <a:srgbClr val="22201C"/>
                </a:solidFill>
                <a:latin typeface="Georgia" pitchFamily="34" charset="0"/>
                <a:ea typeface="Georgia" pitchFamily="34" charset="-122"/>
                <a:cs typeface="Georgia" pitchFamily="34" charset="-120"/>
              </a:rPr>
              <a:t>Open your Bible every day</a:t>
            </a:r>
            <a:endParaRPr lang="en-US" sz="3400" dirty="0"/>
          </a:p>
        </p:txBody>
      </p:sp>
      <p:sp>
        <p:nvSpPr>
          <p:cNvPr id="4" name="Text 2"/>
          <p:cNvSpPr/>
          <p:nvPr/>
        </p:nvSpPr>
        <p:spPr>
          <a:xfrm>
            <a:off x="685800" y="6400800"/>
            <a:ext cx="5486400" cy="274320"/>
          </a:xfrm>
          <a:prstGeom prst="rect">
            <a:avLst/>
          </a:prstGeom>
          <a:noFill/>
          <a:ln/>
        </p:spPr>
        <p:txBody>
          <a:bodyPr wrap="square" lIns="0" tIns="0" rIns="0" bIns="0" rtlCol="0" anchor="ctr"/>
          <a:lstStyle/>
          <a:p>
            <a:pPr marL="0" indent="0">
              <a:buNone/>
            </a:pPr>
            <a:r>
              <a:rPr lang="en-US" sz="1000" dirty="0">
                <a:solidFill>
                  <a:srgbClr val="5C574F"/>
                </a:solidFill>
                <a:latin typeface="Calibri" pitchFamily="34" charset="0"/>
                <a:ea typeface="Calibri" pitchFamily="34" charset="-122"/>
                <a:cs typeface="Calibri" pitchFamily="34" charset="-120"/>
              </a:rPr>
              <a:t>Welcome to the Family of God</a:t>
            </a:r>
            <a:endParaRPr lang="en-US" sz="1000" dirty="0"/>
          </a:p>
        </p:txBody>
      </p:sp>
      <p:sp>
        <p:nvSpPr>
          <p:cNvPr id="5" name="Text 3"/>
          <p:cNvSpPr/>
          <p:nvPr/>
        </p:nvSpPr>
        <p:spPr>
          <a:xfrm>
            <a:off x="10591495" y="6400800"/>
            <a:ext cx="914400" cy="274320"/>
          </a:xfrm>
          <a:prstGeom prst="rect">
            <a:avLst/>
          </a:prstGeom>
          <a:noFill/>
          <a:ln/>
        </p:spPr>
        <p:txBody>
          <a:bodyPr wrap="square" lIns="0" tIns="0" rIns="0" bIns="0" rtlCol="0" anchor="ctr"/>
          <a:lstStyle/>
          <a:p>
            <a:pPr marL="0" indent="0" algn="r">
              <a:buNone/>
            </a:pPr>
            <a:r>
              <a:rPr lang="en-US" sz="1000" dirty="0">
                <a:solidFill>
                  <a:srgbClr val="5C574F"/>
                </a:solidFill>
                <a:latin typeface="Calibri" pitchFamily="34" charset="0"/>
                <a:ea typeface="Calibri" pitchFamily="34" charset="-122"/>
                <a:cs typeface="Calibri" pitchFamily="34" charset="-120"/>
              </a:rPr>
              <a:t>21</a:t>
            </a:r>
            <a:endParaRPr lang="en-US" sz="1000" dirty="0"/>
          </a:p>
        </p:txBody>
      </p:sp>
      <p:sp>
        <p:nvSpPr>
          <p:cNvPr id="6" name="Text 4"/>
          <p:cNvSpPr/>
          <p:nvPr/>
        </p:nvSpPr>
        <p:spPr>
          <a:xfrm>
            <a:off x="685800" y="1783080"/>
            <a:ext cx="5029200" cy="1600200"/>
          </a:xfrm>
          <a:prstGeom prst="rect">
            <a:avLst/>
          </a:prstGeom>
          <a:noFill/>
          <a:ln/>
        </p:spPr>
        <p:txBody>
          <a:bodyPr wrap="square" lIns="0" tIns="0" rIns="0" bIns="0" rtlCol="0" anchor="t"/>
          <a:lstStyle/>
          <a:p>
            <a:pPr marL="0" indent="0">
              <a:spcAft>
                <a:spcPts val="600"/>
              </a:spcAft>
              <a:buNone/>
            </a:pPr>
            <a:r>
              <a:rPr lang="en-US" sz="1900" i="1" dirty="0">
                <a:solidFill>
                  <a:srgbClr val="22201C"/>
                </a:solidFill>
                <a:latin typeface="Georgia" pitchFamily="34" charset="0"/>
                <a:ea typeface="Georgia" pitchFamily="34" charset="-122"/>
                <a:cs typeface="Georgia" pitchFamily="34" charset="-120"/>
              </a:rPr>
              <a:t>“Study to shew thyself approved unto God, a workman that needeth not to be ashamed, rightly dividing the word of truth.”</a:t>
            </a:r>
            <a:endParaRPr lang="en-US" sz="1900" dirty="0"/>
          </a:p>
          <a:p>
            <a:pPr marL="0" indent="0">
              <a:buNone/>
            </a:pPr>
            <a:r>
              <a:rPr lang="en-US" sz="1400" b="1" dirty="0">
                <a:solidFill>
                  <a:srgbClr val="8F4519"/>
                </a:solidFill>
                <a:latin typeface="Calibri" pitchFamily="34" charset="0"/>
                <a:ea typeface="Calibri" pitchFamily="34" charset="-122"/>
                <a:cs typeface="Calibri" pitchFamily="34" charset="-120"/>
              </a:rPr>
              <a:t>2 Timothy 2:15</a:t>
            </a:r>
            <a:endParaRPr lang="en-US" sz="1900" dirty="0"/>
          </a:p>
        </p:txBody>
      </p:sp>
      <p:sp>
        <p:nvSpPr>
          <p:cNvPr id="7" name="Text 5"/>
          <p:cNvSpPr/>
          <p:nvPr/>
        </p:nvSpPr>
        <p:spPr>
          <a:xfrm>
            <a:off x="685800" y="3520440"/>
            <a:ext cx="5029200" cy="914400"/>
          </a:xfrm>
          <a:prstGeom prst="rect">
            <a:avLst/>
          </a:prstGeom>
          <a:noFill/>
          <a:ln/>
        </p:spPr>
        <p:txBody>
          <a:bodyPr wrap="square" lIns="0" tIns="0" rIns="0" bIns="0" rtlCol="0" anchor="t"/>
          <a:lstStyle/>
          <a:p>
            <a:pPr marL="0" indent="0">
              <a:buNone/>
            </a:pPr>
            <a:r>
              <a:rPr lang="en-US" sz="1600" dirty="0">
                <a:solidFill>
                  <a:srgbClr val="5C574F"/>
                </a:solidFill>
                <a:latin typeface="Calibri" pitchFamily="34" charset="0"/>
                <a:ea typeface="Calibri" pitchFamily="34" charset="-122"/>
                <a:cs typeface="Calibri" pitchFamily="34" charset="-120"/>
              </a:rPr>
              <a:t>Be like the Bereans: receive the Word eagerly and search the Scriptures daily to see whether things are so.  </a:t>
            </a:r>
            <a:r>
              <a:rPr lang="en-US" sz="1600" b="1" dirty="0">
                <a:solidFill>
                  <a:srgbClr val="8F4519"/>
                </a:solidFill>
                <a:latin typeface="Calibri" pitchFamily="34" charset="0"/>
                <a:ea typeface="Calibri" pitchFamily="34" charset="-122"/>
                <a:cs typeface="Calibri" pitchFamily="34" charset="-120"/>
              </a:rPr>
              <a:t>Acts 17:11</a:t>
            </a:r>
            <a:endParaRPr lang="en-US" sz="1600" dirty="0"/>
          </a:p>
        </p:txBody>
      </p:sp>
      <p:sp>
        <p:nvSpPr>
          <p:cNvPr id="8" name="Shape 6"/>
          <p:cNvSpPr/>
          <p:nvPr/>
        </p:nvSpPr>
        <p:spPr>
          <a:xfrm>
            <a:off x="685800" y="4572000"/>
            <a:ext cx="5029200" cy="0"/>
          </a:xfrm>
          <a:prstGeom prst="line">
            <a:avLst/>
          </a:prstGeom>
          <a:noFill/>
          <a:ln w="12700">
            <a:solidFill>
              <a:srgbClr val="8F4519"/>
            </a:solidFill>
            <a:prstDash val="solid"/>
          </a:ln>
        </p:spPr>
        <p:txBody>
          <a:bodyPr/>
          <a:lstStyle/>
          <a:p>
            <a:endParaRPr lang="en-US"/>
          </a:p>
        </p:txBody>
      </p:sp>
      <p:sp>
        <p:nvSpPr>
          <p:cNvPr id="9" name="Text 7"/>
          <p:cNvSpPr/>
          <p:nvPr/>
        </p:nvSpPr>
        <p:spPr>
          <a:xfrm>
            <a:off x="685800" y="4645152"/>
            <a:ext cx="5029200" cy="841248"/>
          </a:xfrm>
          <a:prstGeom prst="rect">
            <a:avLst/>
          </a:prstGeom>
          <a:noFill/>
          <a:ln/>
        </p:spPr>
        <p:txBody>
          <a:bodyPr wrap="square" lIns="0" tIns="0" rIns="0" bIns="0" rtlCol="0" anchor="ctr"/>
          <a:lstStyle/>
          <a:p>
            <a:pPr marL="0" indent="0">
              <a:buNone/>
            </a:pPr>
            <a:r>
              <a:rPr lang="en-US" sz="1200" b="1" kern="0" spc="200" dirty="0">
                <a:solidFill>
                  <a:srgbClr val="8F4519"/>
                </a:solidFill>
                <a:latin typeface="Calibri" pitchFamily="34" charset="0"/>
                <a:ea typeface="Calibri" pitchFamily="34" charset="-122"/>
                <a:cs typeface="Calibri" pitchFamily="34" charset="-120"/>
              </a:rPr>
              <a:t>TODAY   </a:t>
            </a:r>
            <a:r>
              <a:rPr lang="en-US" sz="1500" dirty="0">
                <a:solidFill>
                  <a:srgbClr val="22201C"/>
                </a:solidFill>
                <a:latin typeface="Calibri" pitchFamily="34" charset="0"/>
                <a:ea typeface="Calibri" pitchFamily="34" charset="-122"/>
                <a:cs typeface="Calibri" pitchFamily="34" charset="-120"/>
              </a:rPr>
              <a:t>Most of us check our phones before we get out of bed. Open God’s Word first.</a:t>
            </a:r>
            <a:endParaRPr lang="en-US" sz="1200" dirty="0"/>
          </a:p>
        </p:txBody>
      </p:sp>
      <p:sp>
        <p:nvSpPr>
          <p:cNvPr id="10" name="Text 8"/>
          <p:cNvSpPr/>
          <p:nvPr/>
        </p:nvSpPr>
        <p:spPr>
          <a:xfrm>
            <a:off x="6172200" y="1737360"/>
            <a:ext cx="5333695" cy="365760"/>
          </a:xfrm>
          <a:prstGeom prst="rect">
            <a:avLst/>
          </a:prstGeom>
          <a:noFill/>
          <a:ln/>
        </p:spPr>
        <p:txBody>
          <a:bodyPr wrap="square" lIns="0" tIns="0" rIns="0" bIns="0" rtlCol="0" anchor="ctr"/>
          <a:lstStyle/>
          <a:p>
            <a:pPr marL="0" indent="0">
              <a:buNone/>
            </a:pPr>
            <a:r>
              <a:rPr lang="en-US" sz="2000" b="1" dirty="0">
                <a:solidFill>
                  <a:srgbClr val="22201C"/>
                </a:solidFill>
                <a:latin typeface="Georgia" pitchFamily="34" charset="0"/>
                <a:ea typeface="Georgia" pitchFamily="34" charset="-122"/>
                <a:cs typeface="Georgia" pitchFamily="34" charset="-120"/>
              </a:rPr>
              <a:t>A first reading plan</a:t>
            </a:r>
            <a:endParaRPr lang="en-US" sz="20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6172200" y="2194560"/>
          <a:ext cx="5333695" cy="914400"/>
        </p:xfrm>
        <a:graphic>
          <a:graphicData uri="http://schemas.openxmlformats.org/drawingml/2006/table">
            <a:tbl>
              <a:tblPr/>
              <a:tblGrid>
                <a:gridCol w="1280160">
                  <a:extLst>
                    <a:ext uri="{9D8B030D-6E8A-4147-A177-3AD203B41FA5}">
                      <a16:colId xmlns:a16="http://schemas.microsoft.com/office/drawing/2014/main" val="20000"/>
                    </a:ext>
                  </a:extLst>
                </a:gridCol>
                <a:gridCol w="4053535">
                  <a:extLst>
                    <a:ext uri="{9D8B030D-6E8A-4147-A177-3AD203B41FA5}">
                      <a16:colId xmlns:a16="http://schemas.microsoft.com/office/drawing/2014/main" val="20001"/>
                    </a:ext>
                  </a:extLst>
                </a:gridCol>
              </a:tblGrid>
              <a:tr h="475488">
                <a:tc>
                  <a:txBody>
                    <a:bodyPr/>
                    <a:lstStyle/>
                    <a:p>
                      <a:pPr marL="0" indent="0">
                        <a:buNone/>
                      </a:pPr>
                      <a:r>
                        <a:rPr lang="en-US" sz="1200" b="1" kern="0" spc="200" dirty="0">
                          <a:solidFill>
                            <a:srgbClr val="8F4519"/>
                          </a:solidFill>
                          <a:latin typeface="Calibri" pitchFamily="34" charset="0"/>
                          <a:ea typeface="Calibri" pitchFamily="34" charset="-122"/>
                          <a:cs typeface="Calibri" pitchFamily="34" charset="-120"/>
                        </a:rPr>
                        <a:t>WEEKS</a:t>
                      </a:r>
                      <a:endParaRPr lang="en-US" sz="1200" dirty="0">
                        <a:latin typeface="Calibri" charset="0"/>
                        <a:ea typeface="Calibri" charset="0"/>
                        <a:cs typeface="Calibri" charset="0"/>
                      </a:endParaRPr>
                    </a:p>
                  </a:txBody>
                  <a:tcPr marL="0" marR="137160" marT="0" marB="0" anchor="ctr">
                    <a:lnL w="0" cap="flat" cmpd="sng" algn="ctr">
                      <a:noFill/>
                    </a:lnL>
                    <a:lnR w="0" cap="flat" cmpd="sng" algn="ctr">
                      <a:noFill/>
                    </a:lnR>
                    <a:lnT w="0" cap="flat" cmpd="sng" algn="ctr">
                      <a:noFill/>
                    </a:lnT>
                    <a:lnB w="19050" cap="flat" cmpd="sng" algn="ctr">
                      <a:solidFill>
                        <a:srgbClr val="8F4519"/>
                      </a:solidFill>
                      <a:prstDash val="solid"/>
                      <a:round/>
                      <a:headEnd type="none" w="med" len="med"/>
                      <a:tailEnd type="none" w="med" len="med"/>
                    </a:lnB>
                  </a:tcPr>
                </a:tc>
                <a:tc>
                  <a:txBody>
                    <a:bodyPr/>
                    <a:lstStyle/>
                    <a:p>
                      <a:pPr marL="0" indent="0">
                        <a:buNone/>
                      </a:pPr>
                      <a:r>
                        <a:rPr lang="en-US" sz="1200" b="1" kern="0" spc="200" dirty="0">
                          <a:solidFill>
                            <a:srgbClr val="8F4519"/>
                          </a:solidFill>
                          <a:latin typeface="Calibri" pitchFamily="34" charset="0"/>
                          <a:ea typeface="Calibri" pitchFamily="34" charset="-122"/>
                          <a:cs typeface="Calibri" pitchFamily="34" charset="-120"/>
                        </a:rPr>
                        <a:t>READ</a:t>
                      </a:r>
                      <a:endParaRPr lang="en-US" sz="1200" dirty="0">
                        <a:latin typeface="Calibri" charset="0"/>
                        <a:ea typeface="Calibri" charset="0"/>
                        <a:cs typeface="Calibri" charset="0"/>
                      </a:endParaRPr>
                    </a:p>
                  </a:txBody>
                  <a:tcPr marL="0" marR="137160" marT="0" marB="0" anchor="ctr">
                    <a:lnL w="0" cap="flat" cmpd="sng" algn="ctr">
                      <a:noFill/>
                    </a:lnL>
                    <a:lnR w="0" cap="flat" cmpd="sng" algn="ctr">
                      <a:noFill/>
                    </a:lnR>
                    <a:lnT w="0" cap="flat" cmpd="sng" algn="ctr">
                      <a:noFill/>
                    </a:lnT>
                    <a:lnB w="19050" cap="flat" cmpd="sng" algn="ctr">
                      <a:solidFill>
                        <a:srgbClr val="8F4519"/>
                      </a:solidFill>
                      <a:prstDash val="solid"/>
                      <a:round/>
                      <a:headEnd type="none" w="med" len="med"/>
                      <a:tailEnd type="none" w="med" len="med"/>
                    </a:lnB>
                  </a:tcPr>
                </a:tc>
                <a:extLst>
                  <a:ext uri="{0D108BD9-81ED-4DB2-BD59-A6C34878D82A}">
                    <a16:rowId xmlns:a16="http://schemas.microsoft.com/office/drawing/2014/main" val="10000"/>
                  </a:ext>
                </a:extLst>
              </a:tr>
              <a:tr h="475488">
                <a:tc>
                  <a:txBody>
                    <a:bodyPr/>
                    <a:lstStyle/>
                    <a:p>
                      <a:pPr marL="0" indent="0">
                        <a:buNone/>
                      </a:pPr>
                      <a:r>
                        <a:rPr lang="en-US" sz="1600" b="1" dirty="0">
                          <a:solidFill>
                            <a:srgbClr val="8F4519"/>
                          </a:solidFill>
                          <a:latin typeface="Calibri" pitchFamily="34" charset="0"/>
                          <a:ea typeface="Calibri" pitchFamily="34" charset="-122"/>
                          <a:cs typeface="Calibri" pitchFamily="34" charset="-120"/>
                        </a:rPr>
                        <a:t>1–3</a:t>
                      </a:r>
                      <a:endParaRPr lang="en-US" sz="1600" dirty="0">
                        <a:latin typeface="Calibri" charset="0"/>
                        <a:ea typeface="Calibri" charset="0"/>
                        <a:cs typeface="Calibri" charset="0"/>
                      </a:endParaRPr>
                    </a:p>
                  </a:txBody>
                  <a:tcPr marL="0" marR="137160" marT="0" marB="0" anchor="ctr">
                    <a:lnL w="0" cap="flat" cmpd="sng" algn="ctr">
                      <a:noFill/>
                    </a:lnL>
                    <a:lnR w="0" cap="flat" cmpd="sng" algn="ctr">
                      <a:noFill/>
                    </a:lnR>
                    <a:lnT w="19050" cap="flat" cmpd="sng" algn="ctr">
                      <a:solidFill>
                        <a:srgbClr val="8F4519"/>
                      </a:solidFill>
                      <a:prstDash val="solid"/>
                      <a:round/>
                      <a:headEnd type="none" w="med" len="med"/>
                      <a:tailEnd type="none" w="med" len="med"/>
                    </a:lnT>
                    <a:lnB w="9525" cap="flat" cmpd="sng" algn="ctr">
                      <a:solidFill>
                        <a:srgbClr val="DDD4C4"/>
                      </a:solidFill>
                      <a:prstDash val="solid"/>
                      <a:round/>
                      <a:headEnd type="none" w="med" len="med"/>
                      <a:tailEnd type="none" w="med" len="med"/>
                    </a:lnB>
                  </a:tcPr>
                </a:tc>
                <a:tc>
                  <a:txBody>
                    <a:bodyPr/>
                    <a:lstStyle/>
                    <a:p>
                      <a:pPr marL="0" indent="0">
                        <a:buNone/>
                      </a:pPr>
                      <a:r>
                        <a:rPr lang="en-US" sz="1600" dirty="0">
                          <a:solidFill>
                            <a:srgbClr val="22201C"/>
                          </a:solidFill>
                          <a:latin typeface="Calibri" pitchFamily="34" charset="0"/>
                          <a:ea typeface="Calibri" pitchFamily="34" charset="-122"/>
                          <a:cs typeface="Calibri" pitchFamily="34" charset="-120"/>
                        </a:rPr>
                        <a:t>John: who Jesus is</a:t>
                      </a:r>
                      <a:endParaRPr lang="en-US" sz="1600" dirty="0">
                        <a:latin typeface="Calibri" charset="0"/>
                        <a:ea typeface="Calibri" charset="0"/>
                        <a:cs typeface="Calibri" charset="0"/>
                      </a:endParaRPr>
                    </a:p>
                  </a:txBody>
                  <a:tcPr marL="0" marR="137160" marT="0" marB="0" anchor="ctr">
                    <a:lnL w="0" cap="flat" cmpd="sng" algn="ctr">
                      <a:noFill/>
                    </a:lnL>
                    <a:lnR w="0" cap="flat" cmpd="sng" algn="ctr">
                      <a:noFill/>
                    </a:lnR>
                    <a:lnT w="19050" cap="flat" cmpd="sng" algn="ctr">
                      <a:solidFill>
                        <a:srgbClr val="8F4519"/>
                      </a:solidFill>
                      <a:prstDash val="solid"/>
                      <a:round/>
                      <a:headEnd type="none" w="med" len="med"/>
                      <a:tailEnd type="none" w="med" len="med"/>
                    </a:lnT>
                    <a:lnB w="9525" cap="flat" cmpd="sng" algn="ctr">
                      <a:solidFill>
                        <a:srgbClr val="DDD4C4"/>
                      </a:solidFill>
                      <a:prstDash val="solid"/>
                      <a:round/>
                      <a:headEnd type="none" w="med" len="med"/>
                      <a:tailEnd type="none" w="med" len="med"/>
                    </a:lnB>
                  </a:tcPr>
                </a:tc>
                <a:extLst>
                  <a:ext uri="{0D108BD9-81ED-4DB2-BD59-A6C34878D82A}">
                    <a16:rowId xmlns:a16="http://schemas.microsoft.com/office/drawing/2014/main" val="10001"/>
                  </a:ext>
                </a:extLst>
              </a:tr>
              <a:tr h="475488">
                <a:tc>
                  <a:txBody>
                    <a:bodyPr/>
                    <a:lstStyle/>
                    <a:p>
                      <a:pPr marL="0" indent="0">
                        <a:buNone/>
                      </a:pPr>
                      <a:r>
                        <a:rPr lang="en-US" sz="1600" b="1" dirty="0">
                          <a:solidFill>
                            <a:srgbClr val="8F4519"/>
                          </a:solidFill>
                          <a:latin typeface="Calibri" pitchFamily="34" charset="0"/>
                          <a:ea typeface="Calibri" pitchFamily="34" charset="-122"/>
                          <a:cs typeface="Calibri" pitchFamily="34" charset="-120"/>
                        </a:rPr>
                        <a:t>4–6</a:t>
                      </a:r>
                      <a:endParaRPr lang="en-US" sz="1600" dirty="0">
                        <a:latin typeface="Calibri" charset="0"/>
                        <a:ea typeface="Calibri" charset="0"/>
                        <a:cs typeface="Calibri" charset="0"/>
                      </a:endParaRPr>
                    </a:p>
                  </a:txBody>
                  <a:tcPr marL="0" marR="137160" marT="0" marB="0" anchor="ctr">
                    <a:lnL w="0" cap="flat" cmpd="sng" algn="ctr">
                      <a:noFill/>
                    </a:lnL>
                    <a:lnR w="0" cap="flat" cmpd="sng" algn="ctr">
                      <a:noFill/>
                    </a:lnR>
                    <a:lnT w="9525" cap="flat" cmpd="sng" algn="ctr">
                      <a:solidFill>
                        <a:srgbClr val="DDD4C4"/>
                      </a:solidFill>
                      <a:prstDash val="solid"/>
                      <a:round/>
                      <a:headEnd type="none" w="med" len="med"/>
                      <a:tailEnd type="none" w="med" len="med"/>
                    </a:lnT>
                    <a:lnB w="9525" cap="flat" cmpd="sng" algn="ctr">
                      <a:solidFill>
                        <a:srgbClr val="DDD4C4"/>
                      </a:solidFill>
                      <a:prstDash val="solid"/>
                      <a:round/>
                      <a:headEnd type="none" w="med" len="med"/>
                      <a:tailEnd type="none" w="med" len="med"/>
                    </a:lnB>
                  </a:tcPr>
                </a:tc>
                <a:tc>
                  <a:txBody>
                    <a:bodyPr/>
                    <a:lstStyle/>
                    <a:p>
                      <a:pPr marL="0" indent="0">
                        <a:buNone/>
                      </a:pPr>
                      <a:r>
                        <a:rPr lang="en-US" sz="1600" dirty="0">
                          <a:solidFill>
                            <a:srgbClr val="22201C"/>
                          </a:solidFill>
                          <a:latin typeface="Calibri" pitchFamily="34" charset="0"/>
                          <a:ea typeface="Calibri" pitchFamily="34" charset="-122"/>
                          <a:cs typeface="Calibri" pitchFamily="34" charset="-120"/>
                        </a:rPr>
                        <a:t>Acts: how the church began</a:t>
                      </a:r>
                      <a:endParaRPr lang="en-US" sz="1600" dirty="0">
                        <a:latin typeface="Calibri" charset="0"/>
                        <a:ea typeface="Calibri" charset="0"/>
                        <a:cs typeface="Calibri" charset="0"/>
                      </a:endParaRPr>
                    </a:p>
                  </a:txBody>
                  <a:tcPr marL="0" marR="137160" marT="0" marB="0" anchor="ctr">
                    <a:lnL w="0" cap="flat" cmpd="sng" algn="ctr">
                      <a:noFill/>
                    </a:lnL>
                    <a:lnR w="0" cap="flat" cmpd="sng" algn="ctr">
                      <a:noFill/>
                    </a:lnR>
                    <a:lnT w="9525" cap="flat" cmpd="sng" algn="ctr">
                      <a:solidFill>
                        <a:srgbClr val="DDD4C4"/>
                      </a:solidFill>
                      <a:prstDash val="solid"/>
                      <a:round/>
                      <a:headEnd type="none" w="med" len="med"/>
                      <a:tailEnd type="none" w="med" len="med"/>
                    </a:lnT>
                    <a:lnB w="9525" cap="flat" cmpd="sng" algn="ctr">
                      <a:solidFill>
                        <a:srgbClr val="DDD4C4"/>
                      </a:solidFill>
                      <a:prstDash val="solid"/>
                      <a:round/>
                      <a:headEnd type="none" w="med" len="med"/>
                      <a:tailEnd type="none" w="med" len="med"/>
                    </a:lnB>
                  </a:tcPr>
                </a:tc>
                <a:extLst>
                  <a:ext uri="{0D108BD9-81ED-4DB2-BD59-A6C34878D82A}">
                    <a16:rowId xmlns:a16="http://schemas.microsoft.com/office/drawing/2014/main" val="10002"/>
                  </a:ext>
                </a:extLst>
              </a:tr>
              <a:tr h="475488">
                <a:tc>
                  <a:txBody>
                    <a:bodyPr/>
                    <a:lstStyle/>
                    <a:p>
                      <a:pPr marL="0" indent="0">
                        <a:buNone/>
                      </a:pPr>
                      <a:r>
                        <a:rPr lang="en-US" sz="1600" b="1" dirty="0">
                          <a:solidFill>
                            <a:srgbClr val="8F4519"/>
                          </a:solidFill>
                          <a:latin typeface="Calibri" pitchFamily="34" charset="0"/>
                          <a:ea typeface="Calibri" pitchFamily="34" charset="-122"/>
                          <a:cs typeface="Calibri" pitchFamily="34" charset="-120"/>
                        </a:rPr>
                        <a:t>7–8</a:t>
                      </a:r>
                      <a:endParaRPr lang="en-US" sz="1600" dirty="0">
                        <a:latin typeface="Calibri" charset="0"/>
                        <a:ea typeface="Calibri" charset="0"/>
                        <a:cs typeface="Calibri" charset="0"/>
                      </a:endParaRPr>
                    </a:p>
                  </a:txBody>
                  <a:tcPr marL="0" marR="137160" marT="0" marB="0" anchor="ctr">
                    <a:lnL w="0" cap="flat" cmpd="sng" algn="ctr">
                      <a:noFill/>
                    </a:lnL>
                    <a:lnR w="0" cap="flat" cmpd="sng" algn="ctr">
                      <a:noFill/>
                    </a:lnR>
                    <a:lnT w="9525" cap="flat" cmpd="sng" algn="ctr">
                      <a:solidFill>
                        <a:srgbClr val="DDD4C4"/>
                      </a:solidFill>
                      <a:prstDash val="solid"/>
                      <a:round/>
                      <a:headEnd type="none" w="med" len="med"/>
                      <a:tailEnd type="none" w="med" len="med"/>
                    </a:lnT>
                    <a:lnB w="9525" cap="flat" cmpd="sng" algn="ctr">
                      <a:solidFill>
                        <a:srgbClr val="DDD4C4"/>
                      </a:solidFill>
                      <a:prstDash val="solid"/>
                      <a:round/>
                      <a:headEnd type="none" w="med" len="med"/>
                      <a:tailEnd type="none" w="med" len="med"/>
                    </a:lnB>
                  </a:tcPr>
                </a:tc>
                <a:tc>
                  <a:txBody>
                    <a:bodyPr/>
                    <a:lstStyle/>
                    <a:p>
                      <a:pPr marL="0" indent="0">
                        <a:buNone/>
                      </a:pPr>
                      <a:r>
                        <a:rPr lang="en-US" sz="1600" dirty="0">
                          <a:solidFill>
                            <a:srgbClr val="22201C"/>
                          </a:solidFill>
                          <a:latin typeface="Calibri" pitchFamily="34" charset="0"/>
                          <a:ea typeface="Calibri" pitchFamily="34" charset="-122"/>
                          <a:cs typeface="Calibri" pitchFamily="34" charset="-120"/>
                        </a:rPr>
                        <a:t>Romans 1–8</a:t>
                      </a:r>
                      <a:endParaRPr lang="en-US" sz="1600" dirty="0">
                        <a:latin typeface="Calibri" charset="0"/>
                        <a:ea typeface="Calibri" charset="0"/>
                        <a:cs typeface="Calibri" charset="0"/>
                      </a:endParaRPr>
                    </a:p>
                  </a:txBody>
                  <a:tcPr marL="0" marR="137160" marT="0" marB="0" anchor="ctr">
                    <a:lnL w="0" cap="flat" cmpd="sng" algn="ctr">
                      <a:noFill/>
                    </a:lnL>
                    <a:lnR w="0" cap="flat" cmpd="sng" algn="ctr">
                      <a:noFill/>
                    </a:lnR>
                    <a:lnT w="9525" cap="flat" cmpd="sng" algn="ctr">
                      <a:solidFill>
                        <a:srgbClr val="DDD4C4"/>
                      </a:solidFill>
                      <a:prstDash val="solid"/>
                      <a:round/>
                      <a:headEnd type="none" w="med" len="med"/>
                      <a:tailEnd type="none" w="med" len="med"/>
                    </a:lnT>
                    <a:lnB w="9525" cap="flat" cmpd="sng" algn="ctr">
                      <a:solidFill>
                        <a:srgbClr val="DDD4C4"/>
                      </a:solidFill>
                      <a:prstDash val="solid"/>
                      <a:round/>
                      <a:headEnd type="none" w="med" len="med"/>
                      <a:tailEnd type="none" w="med" len="med"/>
                    </a:lnB>
                  </a:tcPr>
                </a:tc>
                <a:extLst>
                  <a:ext uri="{0D108BD9-81ED-4DB2-BD59-A6C34878D82A}">
                    <a16:rowId xmlns:a16="http://schemas.microsoft.com/office/drawing/2014/main" val="10003"/>
                  </a:ext>
                </a:extLst>
              </a:tr>
              <a:tr h="475488">
                <a:tc>
                  <a:txBody>
                    <a:bodyPr/>
                    <a:lstStyle/>
                    <a:p>
                      <a:pPr marL="0" indent="0">
                        <a:buNone/>
                      </a:pPr>
                      <a:r>
                        <a:rPr lang="en-US" sz="1600" b="1" dirty="0">
                          <a:solidFill>
                            <a:srgbClr val="8F4519"/>
                          </a:solidFill>
                          <a:latin typeface="Calibri" pitchFamily="34" charset="0"/>
                          <a:ea typeface="Calibri" pitchFamily="34" charset="-122"/>
                          <a:cs typeface="Calibri" pitchFamily="34" charset="-120"/>
                        </a:rPr>
                        <a:t>9–10</a:t>
                      </a:r>
                      <a:endParaRPr lang="en-US" sz="1600" dirty="0">
                        <a:latin typeface="Calibri" charset="0"/>
                        <a:ea typeface="Calibri" charset="0"/>
                        <a:cs typeface="Calibri" charset="0"/>
                      </a:endParaRPr>
                    </a:p>
                  </a:txBody>
                  <a:tcPr marL="0" marR="137160" marT="0" marB="0" anchor="ctr">
                    <a:lnL w="0" cap="flat" cmpd="sng" algn="ctr">
                      <a:noFill/>
                    </a:lnL>
                    <a:lnR w="0" cap="flat" cmpd="sng" algn="ctr">
                      <a:noFill/>
                    </a:lnR>
                    <a:lnT w="9525" cap="flat" cmpd="sng" algn="ctr">
                      <a:solidFill>
                        <a:srgbClr val="DDD4C4"/>
                      </a:solidFill>
                      <a:prstDash val="solid"/>
                      <a:round/>
                      <a:headEnd type="none" w="med" len="med"/>
                      <a:tailEnd type="none" w="med" len="med"/>
                    </a:lnT>
                    <a:lnB w="9525" cap="flat" cmpd="sng" algn="ctr">
                      <a:solidFill>
                        <a:srgbClr val="DDD4C4"/>
                      </a:solidFill>
                      <a:prstDash val="solid"/>
                      <a:round/>
                      <a:headEnd type="none" w="med" len="med"/>
                      <a:tailEnd type="none" w="med" len="med"/>
                    </a:lnB>
                  </a:tcPr>
                </a:tc>
                <a:tc>
                  <a:txBody>
                    <a:bodyPr/>
                    <a:lstStyle/>
                    <a:p>
                      <a:pPr marL="0" indent="0">
                        <a:buNone/>
                      </a:pPr>
                      <a:r>
                        <a:rPr lang="en-US" sz="1600" dirty="0">
                          <a:solidFill>
                            <a:srgbClr val="22201C"/>
                          </a:solidFill>
                          <a:latin typeface="Calibri" pitchFamily="34" charset="0"/>
                          <a:ea typeface="Calibri" pitchFamily="34" charset="-122"/>
                          <a:cs typeface="Calibri" pitchFamily="34" charset="-120"/>
                        </a:rPr>
                        <a:t>Ephesians and Philippians</a:t>
                      </a:r>
                      <a:endParaRPr lang="en-US" sz="1600" dirty="0">
                        <a:latin typeface="Calibri" charset="0"/>
                        <a:ea typeface="Calibri" charset="0"/>
                        <a:cs typeface="Calibri" charset="0"/>
                      </a:endParaRPr>
                    </a:p>
                  </a:txBody>
                  <a:tcPr marL="0" marR="137160" marT="0" marB="0" anchor="ctr">
                    <a:lnL w="0" cap="flat" cmpd="sng" algn="ctr">
                      <a:noFill/>
                    </a:lnL>
                    <a:lnR w="0" cap="flat" cmpd="sng" algn="ctr">
                      <a:noFill/>
                    </a:lnR>
                    <a:lnT w="9525" cap="flat" cmpd="sng" algn="ctr">
                      <a:solidFill>
                        <a:srgbClr val="DDD4C4"/>
                      </a:solidFill>
                      <a:prstDash val="solid"/>
                      <a:round/>
                      <a:headEnd type="none" w="med" len="med"/>
                      <a:tailEnd type="none" w="med" len="med"/>
                    </a:lnT>
                    <a:lnB w="9525" cap="flat" cmpd="sng" algn="ctr">
                      <a:solidFill>
                        <a:srgbClr val="DDD4C4"/>
                      </a:solidFill>
                      <a:prstDash val="solid"/>
                      <a:round/>
                      <a:headEnd type="none" w="med" len="med"/>
                      <a:tailEnd type="none" w="med" len="med"/>
                    </a:lnB>
                  </a:tcPr>
                </a:tc>
                <a:extLst>
                  <a:ext uri="{0D108BD9-81ED-4DB2-BD59-A6C34878D82A}">
                    <a16:rowId xmlns:a16="http://schemas.microsoft.com/office/drawing/2014/main" val="10004"/>
                  </a:ext>
                </a:extLst>
              </a:tr>
              <a:tr h="475488">
                <a:tc>
                  <a:txBody>
                    <a:bodyPr/>
                    <a:lstStyle/>
                    <a:p>
                      <a:pPr marL="0" indent="0">
                        <a:buNone/>
                      </a:pPr>
                      <a:r>
                        <a:rPr lang="en-US" sz="1600" b="1" dirty="0">
                          <a:solidFill>
                            <a:srgbClr val="8F4519"/>
                          </a:solidFill>
                          <a:latin typeface="Calibri" pitchFamily="34" charset="0"/>
                          <a:ea typeface="Calibri" pitchFamily="34" charset="-122"/>
                          <a:cs typeface="Calibri" pitchFamily="34" charset="-120"/>
                        </a:rPr>
                        <a:t>11–12</a:t>
                      </a:r>
                      <a:endParaRPr lang="en-US" sz="1600" dirty="0">
                        <a:latin typeface="Calibri" charset="0"/>
                        <a:ea typeface="Calibri" charset="0"/>
                        <a:cs typeface="Calibri" charset="0"/>
                      </a:endParaRPr>
                    </a:p>
                  </a:txBody>
                  <a:tcPr marL="0" marR="137160" marT="0" marB="0" anchor="ctr">
                    <a:lnL w="0" cap="flat" cmpd="sng" algn="ctr">
                      <a:noFill/>
                    </a:lnL>
                    <a:lnR w="0" cap="flat" cmpd="sng" algn="ctr">
                      <a:noFill/>
                    </a:lnR>
                    <a:lnT w="9525" cap="flat" cmpd="sng" algn="ctr">
                      <a:solidFill>
                        <a:srgbClr val="DDD4C4"/>
                      </a:solidFill>
                      <a:prstDash val="solid"/>
                      <a:round/>
                      <a:headEnd type="none" w="med" len="med"/>
                      <a:tailEnd type="none" w="med" len="med"/>
                    </a:lnT>
                    <a:lnB w="9525" cap="flat" cmpd="sng" algn="ctr">
                      <a:solidFill>
                        <a:srgbClr val="DDD4C4"/>
                      </a:solidFill>
                      <a:prstDash val="solid"/>
                      <a:round/>
                      <a:headEnd type="none" w="med" len="med"/>
                      <a:tailEnd type="none" w="med" len="med"/>
                    </a:lnB>
                  </a:tcPr>
                </a:tc>
                <a:tc>
                  <a:txBody>
                    <a:bodyPr/>
                    <a:lstStyle/>
                    <a:p>
                      <a:pPr marL="0" indent="0">
                        <a:buNone/>
                      </a:pPr>
                      <a:r>
                        <a:rPr lang="en-US" sz="1600" dirty="0">
                          <a:solidFill>
                            <a:srgbClr val="22201C"/>
                          </a:solidFill>
                          <a:latin typeface="Calibri" pitchFamily="34" charset="0"/>
                          <a:ea typeface="Calibri" pitchFamily="34" charset="-122"/>
                          <a:cs typeface="Calibri" pitchFamily="34" charset="-120"/>
                        </a:rPr>
                        <a:t>James and 1 Peter</a:t>
                      </a:r>
                      <a:endParaRPr lang="en-US" sz="1600" dirty="0">
                        <a:latin typeface="Calibri" charset="0"/>
                        <a:ea typeface="Calibri" charset="0"/>
                        <a:cs typeface="Calibri" charset="0"/>
                      </a:endParaRPr>
                    </a:p>
                  </a:txBody>
                  <a:tcPr marL="0" marR="137160" marT="0" marB="0" anchor="ctr">
                    <a:lnL w="0" cap="flat" cmpd="sng" algn="ctr">
                      <a:noFill/>
                    </a:lnL>
                    <a:lnR w="0" cap="flat" cmpd="sng" algn="ctr">
                      <a:noFill/>
                    </a:lnR>
                    <a:lnT w="9525" cap="flat" cmpd="sng" algn="ctr">
                      <a:solidFill>
                        <a:srgbClr val="DDD4C4"/>
                      </a:solidFill>
                      <a:prstDash val="solid"/>
                      <a:round/>
                      <a:headEnd type="none" w="med" len="med"/>
                      <a:tailEnd type="none" w="med" len="med"/>
                    </a:lnT>
                    <a:lnB w="9525" cap="flat" cmpd="sng" algn="ctr">
                      <a:solidFill>
                        <a:srgbClr val="DDD4C4"/>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12" name="Text 9"/>
          <p:cNvSpPr/>
          <p:nvPr/>
        </p:nvSpPr>
        <p:spPr>
          <a:xfrm>
            <a:off x="6172200" y="5166360"/>
            <a:ext cx="5333695" cy="365760"/>
          </a:xfrm>
          <a:prstGeom prst="rect">
            <a:avLst/>
          </a:prstGeom>
          <a:noFill/>
          <a:ln/>
        </p:spPr>
        <p:txBody>
          <a:bodyPr wrap="square" lIns="0" tIns="0" rIns="0" bIns="0" rtlCol="0" anchor="ctr"/>
          <a:lstStyle/>
          <a:p>
            <a:pPr marL="0" indent="0">
              <a:buNone/>
            </a:pPr>
            <a:r>
              <a:rPr lang="en-US" sz="1500" i="1" dirty="0">
                <a:solidFill>
                  <a:srgbClr val="5C574F"/>
                </a:solidFill>
                <a:latin typeface="Calibri" pitchFamily="34" charset="0"/>
                <a:ea typeface="Calibri" pitchFamily="34" charset="-122"/>
                <a:cs typeface="Calibri" pitchFamily="34" charset="-120"/>
              </a:rPr>
              <a:t>Bring your questions to Bible class. No question is too small.</a:t>
            </a:r>
            <a:endParaRPr lang="en-US" sz="15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6F2EA"/>
        </a:solidFill>
        <a:effectLst/>
      </p:bgPr>
    </p:bg>
    <p:spTree>
      <p:nvGrpSpPr>
        <p:cNvPr id="1" name=""/>
        <p:cNvGrpSpPr/>
        <p:nvPr/>
      </p:nvGrpSpPr>
      <p:grpSpPr>
        <a:xfrm>
          <a:off x="0" y="0"/>
          <a:ext cx="0" cy="0"/>
          <a:chOff x="0" y="0"/>
          <a:chExt cx="0" cy="0"/>
        </a:xfrm>
      </p:grpSpPr>
      <p:sp>
        <p:nvSpPr>
          <p:cNvPr id="2" name="Text 0"/>
          <p:cNvSpPr/>
          <p:nvPr/>
        </p:nvSpPr>
        <p:spPr>
          <a:xfrm>
            <a:off x="685800" y="502920"/>
            <a:ext cx="10820095" cy="274320"/>
          </a:xfrm>
          <a:prstGeom prst="rect">
            <a:avLst/>
          </a:prstGeom>
          <a:noFill/>
          <a:ln/>
        </p:spPr>
        <p:txBody>
          <a:bodyPr wrap="square" lIns="0" tIns="0" rIns="0" bIns="0" rtlCol="0" anchor="ctr"/>
          <a:lstStyle/>
          <a:p>
            <a:pPr marL="0" indent="0">
              <a:buNone/>
            </a:pPr>
            <a:r>
              <a:rPr lang="en-US" sz="1200" b="1" kern="0" spc="300" dirty="0">
                <a:solidFill>
                  <a:srgbClr val="8F4519"/>
                </a:solidFill>
                <a:latin typeface="Calibri" pitchFamily="34" charset="0"/>
                <a:ea typeface="Calibri" pitchFamily="34" charset="-122"/>
                <a:cs typeface="Calibri" pitchFamily="34" charset="-120"/>
              </a:rPr>
              <a:t>LESSON 2 · PRAYER</a:t>
            </a:r>
            <a:endParaRPr lang="en-US" sz="1200" dirty="0"/>
          </a:p>
        </p:txBody>
      </p:sp>
      <p:sp>
        <p:nvSpPr>
          <p:cNvPr id="3" name="Text 1"/>
          <p:cNvSpPr/>
          <p:nvPr/>
        </p:nvSpPr>
        <p:spPr>
          <a:xfrm>
            <a:off x="685800" y="822960"/>
            <a:ext cx="10820095" cy="777240"/>
          </a:xfrm>
          <a:prstGeom prst="rect">
            <a:avLst/>
          </a:prstGeom>
          <a:noFill/>
          <a:ln/>
        </p:spPr>
        <p:txBody>
          <a:bodyPr wrap="square" lIns="0" tIns="0" rIns="0" bIns="0" rtlCol="0" anchor="t"/>
          <a:lstStyle/>
          <a:p>
            <a:pPr marL="0" indent="0">
              <a:buNone/>
            </a:pPr>
            <a:r>
              <a:rPr lang="en-US" sz="3400" b="1" dirty="0">
                <a:solidFill>
                  <a:srgbClr val="22201C"/>
                </a:solidFill>
                <a:latin typeface="Georgia" pitchFamily="34" charset="0"/>
                <a:ea typeface="Georgia" pitchFamily="34" charset="-122"/>
                <a:cs typeface="Georgia" pitchFamily="34" charset="-120"/>
              </a:rPr>
              <a:t>Speak to your Father</a:t>
            </a:r>
            <a:endParaRPr lang="en-US" sz="3400" dirty="0"/>
          </a:p>
        </p:txBody>
      </p:sp>
      <p:sp>
        <p:nvSpPr>
          <p:cNvPr id="4" name="Text 2"/>
          <p:cNvSpPr/>
          <p:nvPr/>
        </p:nvSpPr>
        <p:spPr>
          <a:xfrm>
            <a:off x="685800" y="6400800"/>
            <a:ext cx="5486400" cy="274320"/>
          </a:xfrm>
          <a:prstGeom prst="rect">
            <a:avLst/>
          </a:prstGeom>
          <a:noFill/>
          <a:ln/>
        </p:spPr>
        <p:txBody>
          <a:bodyPr wrap="square" lIns="0" tIns="0" rIns="0" bIns="0" rtlCol="0" anchor="ctr"/>
          <a:lstStyle/>
          <a:p>
            <a:pPr marL="0" indent="0">
              <a:buNone/>
            </a:pPr>
            <a:r>
              <a:rPr lang="en-US" sz="1000" dirty="0">
                <a:solidFill>
                  <a:srgbClr val="5C574F"/>
                </a:solidFill>
                <a:latin typeface="Calibri" pitchFamily="34" charset="0"/>
                <a:ea typeface="Calibri" pitchFamily="34" charset="-122"/>
                <a:cs typeface="Calibri" pitchFamily="34" charset="-120"/>
              </a:rPr>
              <a:t>Welcome to the Family of God</a:t>
            </a:r>
            <a:endParaRPr lang="en-US" sz="1000" dirty="0"/>
          </a:p>
        </p:txBody>
      </p:sp>
      <p:sp>
        <p:nvSpPr>
          <p:cNvPr id="5" name="Text 3"/>
          <p:cNvSpPr/>
          <p:nvPr/>
        </p:nvSpPr>
        <p:spPr>
          <a:xfrm>
            <a:off x="10591495" y="6400800"/>
            <a:ext cx="914400" cy="274320"/>
          </a:xfrm>
          <a:prstGeom prst="rect">
            <a:avLst/>
          </a:prstGeom>
          <a:noFill/>
          <a:ln/>
        </p:spPr>
        <p:txBody>
          <a:bodyPr wrap="square" lIns="0" tIns="0" rIns="0" bIns="0" rtlCol="0" anchor="ctr"/>
          <a:lstStyle/>
          <a:p>
            <a:pPr marL="0" indent="0" algn="r">
              <a:buNone/>
            </a:pPr>
            <a:r>
              <a:rPr lang="en-US" sz="1000" dirty="0">
                <a:solidFill>
                  <a:srgbClr val="5C574F"/>
                </a:solidFill>
                <a:latin typeface="Calibri" pitchFamily="34" charset="0"/>
                <a:ea typeface="Calibri" pitchFamily="34" charset="-122"/>
                <a:cs typeface="Calibri" pitchFamily="34" charset="-120"/>
              </a:rPr>
              <a:t>22</a:t>
            </a:r>
            <a:endParaRPr lang="en-US" sz="1000" dirty="0"/>
          </a:p>
        </p:txBody>
      </p:sp>
      <p:sp>
        <p:nvSpPr>
          <p:cNvPr id="6" name="Shape 4"/>
          <p:cNvSpPr/>
          <p:nvPr/>
        </p:nvSpPr>
        <p:spPr>
          <a:xfrm>
            <a:off x="685800" y="1783080"/>
            <a:ext cx="5272888" cy="0"/>
          </a:xfrm>
          <a:prstGeom prst="line">
            <a:avLst/>
          </a:prstGeom>
          <a:noFill/>
          <a:ln w="12700">
            <a:solidFill>
              <a:srgbClr val="DDD4C4"/>
            </a:solidFill>
            <a:prstDash val="solid"/>
          </a:ln>
        </p:spPr>
        <p:txBody>
          <a:bodyPr/>
          <a:lstStyle/>
          <a:p>
            <a:endParaRPr lang="en-US"/>
          </a:p>
        </p:txBody>
      </p:sp>
      <p:sp>
        <p:nvSpPr>
          <p:cNvPr id="7" name="Text 5"/>
          <p:cNvSpPr/>
          <p:nvPr/>
        </p:nvSpPr>
        <p:spPr>
          <a:xfrm>
            <a:off x="685800" y="1984248"/>
            <a:ext cx="5272888" cy="914400"/>
          </a:xfrm>
          <a:prstGeom prst="rect">
            <a:avLst/>
          </a:prstGeom>
          <a:noFill/>
          <a:ln/>
        </p:spPr>
        <p:txBody>
          <a:bodyPr wrap="square" lIns="0" tIns="0" rIns="0" bIns="0" rtlCol="0" anchor="t"/>
          <a:lstStyle/>
          <a:p>
            <a:pPr marL="0" indent="0">
              <a:lnSpc>
                <a:spcPct val="110000"/>
              </a:lnSpc>
              <a:spcAft>
                <a:spcPts val="600"/>
              </a:spcAft>
              <a:buNone/>
            </a:pPr>
            <a:r>
              <a:rPr lang="en-US" sz="1800" b="1" dirty="0">
                <a:solidFill>
                  <a:srgbClr val="22201C"/>
                </a:solidFill>
                <a:latin typeface="Calibri" pitchFamily="34" charset="0"/>
                <a:ea typeface="Calibri" pitchFamily="34" charset="-122"/>
                <a:cs typeface="Calibri" pitchFamily="34" charset="-120"/>
              </a:rPr>
              <a:t>Pray without ceasing</a:t>
            </a:r>
            <a:endParaRPr lang="en-US" sz="1800" dirty="0"/>
          </a:p>
          <a:p>
            <a:pPr marL="0" indent="0">
              <a:lnSpc>
                <a:spcPct val="110000"/>
              </a:lnSpc>
              <a:buNone/>
            </a:pPr>
            <a:r>
              <a:rPr lang="en-US" sz="1500" dirty="0">
                <a:solidFill>
                  <a:srgbClr val="5C574F"/>
                </a:solidFill>
                <a:latin typeface="Calibri" pitchFamily="34" charset="0"/>
                <a:ea typeface="Calibri" pitchFamily="34" charset="-122"/>
                <a:cs typeface="Calibri" pitchFamily="34" charset="-120"/>
              </a:rPr>
              <a:t>Make prayer the habit of every day, not an emergency measure.</a:t>
            </a:r>
            <a:endParaRPr lang="en-US" sz="1800" dirty="0"/>
          </a:p>
        </p:txBody>
      </p:sp>
      <p:sp>
        <p:nvSpPr>
          <p:cNvPr id="8" name="Text 6"/>
          <p:cNvSpPr/>
          <p:nvPr/>
        </p:nvSpPr>
        <p:spPr>
          <a:xfrm>
            <a:off x="685800" y="2926080"/>
            <a:ext cx="5272888" cy="274320"/>
          </a:xfrm>
          <a:prstGeom prst="rect">
            <a:avLst/>
          </a:prstGeom>
          <a:noFill/>
          <a:ln/>
        </p:spPr>
        <p:txBody>
          <a:bodyPr wrap="square" lIns="0" tIns="0" rIns="0" bIns="0" rtlCol="0" anchor="b"/>
          <a:lstStyle/>
          <a:p>
            <a:pPr marL="0" indent="0">
              <a:buNone/>
            </a:pPr>
            <a:r>
              <a:rPr lang="en-US" sz="1300" b="1" dirty="0">
                <a:solidFill>
                  <a:srgbClr val="8F4519"/>
                </a:solidFill>
                <a:latin typeface="Calibri" pitchFamily="34" charset="0"/>
                <a:ea typeface="Calibri" pitchFamily="34" charset="-122"/>
                <a:cs typeface="Calibri" pitchFamily="34" charset="-120"/>
              </a:rPr>
              <a:t>1 Thessalonians 5:17</a:t>
            </a:r>
            <a:endParaRPr lang="en-US" sz="1300" dirty="0"/>
          </a:p>
        </p:txBody>
      </p:sp>
      <p:sp>
        <p:nvSpPr>
          <p:cNvPr id="9" name="Shape 7"/>
          <p:cNvSpPr/>
          <p:nvPr/>
        </p:nvSpPr>
        <p:spPr>
          <a:xfrm>
            <a:off x="6233008" y="1783080"/>
            <a:ext cx="5272888" cy="0"/>
          </a:xfrm>
          <a:prstGeom prst="line">
            <a:avLst/>
          </a:prstGeom>
          <a:noFill/>
          <a:ln w="12700">
            <a:solidFill>
              <a:srgbClr val="DDD4C4"/>
            </a:solidFill>
            <a:prstDash val="solid"/>
          </a:ln>
        </p:spPr>
        <p:txBody>
          <a:bodyPr/>
          <a:lstStyle/>
          <a:p>
            <a:endParaRPr lang="en-US"/>
          </a:p>
        </p:txBody>
      </p:sp>
      <p:sp>
        <p:nvSpPr>
          <p:cNvPr id="10" name="Text 8"/>
          <p:cNvSpPr/>
          <p:nvPr/>
        </p:nvSpPr>
        <p:spPr>
          <a:xfrm>
            <a:off x="6233008" y="1984248"/>
            <a:ext cx="5272888" cy="914400"/>
          </a:xfrm>
          <a:prstGeom prst="rect">
            <a:avLst/>
          </a:prstGeom>
          <a:noFill/>
          <a:ln/>
        </p:spPr>
        <p:txBody>
          <a:bodyPr wrap="square" lIns="0" tIns="0" rIns="0" bIns="0" rtlCol="0" anchor="t"/>
          <a:lstStyle/>
          <a:p>
            <a:pPr marL="0" indent="0">
              <a:lnSpc>
                <a:spcPct val="110000"/>
              </a:lnSpc>
              <a:spcAft>
                <a:spcPts val="600"/>
              </a:spcAft>
              <a:buNone/>
            </a:pPr>
            <a:r>
              <a:rPr lang="en-US" sz="1800" b="1" dirty="0">
                <a:solidFill>
                  <a:srgbClr val="22201C"/>
                </a:solidFill>
                <a:latin typeface="Calibri" pitchFamily="34" charset="0"/>
                <a:ea typeface="Calibri" pitchFamily="34" charset="-122"/>
                <a:cs typeface="Calibri" pitchFamily="34" charset="-120"/>
              </a:rPr>
              <a:t>Bring every care</a:t>
            </a:r>
            <a:endParaRPr lang="en-US" sz="1800" dirty="0"/>
          </a:p>
          <a:p>
            <a:pPr marL="0" indent="0">
              <a:lnSpc>
                <a:spcPct val="110000"/>
              </a:lnSpc>
              <a:buNone/>
            </a:pPr>
            <a:r>
              <a:rPr lang="en-US" sz="1500" dirty="0">
                <a:solidFill>
                  <a:srgbClr val="5C574F"/>
                </a:solidFill>
                <a:latin typeface="Calibri" pitchFamily="34" charset="0"/>
                <a:ea typeface="Calibri" pitchFamily="34" charset="-122"/>
                <a:cs typeface="Calibri" pitchFamily="34" charset="-120"/>
              </a:rPr>
              <a:t>With thanksgiving, make your requests known, and His peace will guard you.</a:t>
            </a:r>
            <a:endParaRPr lang="en-US" sz="1800" dirty="0"/>
          </a:p>
        </p:txBody>
      </p:sp>
      <p:sp>
        <p:nvSpPr>
          <p:cNvPr id="11" name="Text 9"/>
          <p:cNvSpPr/>
          <p:nvPr/>
        </p:nvSpPr>
        <p:spPr>
          <a:xfrm>
            <a:off x="6233008" y="2926080"/>
            <a:ext cx="5272888" cy="274320"/>
          </a:xfrm>
          <a:prstGeom prst="rect">
            <a:avLst/>
          </a:prstGeom>
          <a:noFill/>
          <a:ln/>
        </p:spPr>
        <p:txBody>
          <a:bodyPr wrap="square" lIns="0" tIns="0" rIns="0" bIns="0" rtlCol="0" anchor="b"/>
          <a:lstStyle/>
          <a:p>
            <a:pPr marL="0" indent="0">
              <a:buNone/>
            </a:pPr>
            <a:r>
              <a:rPr lang="en-US" sz="1300" b="1" dirty="0">
                <a:solidFill>
                  <a:srgbClr val="8F4519"/>
                </a:solidFill>
                <a:latin typeface="Calibri" pitchFamily="34" charset="0"/>
                <a:ea typeface="Calibri" pitchFamily="34" charset="-122"/>
                <a:cs typeface="Calibri" pitchFamily="34" charset="-120"/>
              </a:rPr>
              <a:t>Philippians 4:6–7</a:t>
            </a:r>
            <a:endParaRPr lang="en-US" sz="1300" dirty="0"/>
          </a:p>
        </p:txBody>
      </p:sp>
      <p:sp>
        <p:nvSpPr>
          <p:cNvPr id="12" name="Shape 10"/>
          <p:cNvSpPr/>
          <p:nvPr/>
        </p:nvSpPr>
        <p:spPr>
          <a:xfrm>
            <a:off x="685800" y="3611880"/>
            <a:ext cx="5272888" cy="0"/>
          </a:xfrm>
          <a:prstGeom prst="line">
            <a:avLst/>
          </a:prstGeom>
          <a:noFill/>
          <a:ln w="12700">
            <a:solidFill>
              <a:srgbClr val="DDD4C4"/>
            </a:solidFill>
            <a:prstDash val="solid"/>
          </a:ln>
        </p:spPr>
        <p:txBody>
          <a:bodyPr/>
          <a:lstStyle/>
          <a:p>
            <a:endParaRPr lang="en-US"/>
          </a:p>
        </p:txBody>
      </p:sp>
      <p:sp>
        <p:nvSpPr>
          <p:cNvPr id="13" name="Text 11"/>
          <p:cNvSpPr/>
          <p:nvPr/>
        </p:nvSpPr>
        <p:spPr>
          <a:xfrm>
            <a:off x="685800" y="3813048"/>
            <a:ext cx="5272888" cy="914400"/>
          </a:xfrm>
          <a:prstGeom prst="rect">
            <a:avLst/>
          </a:prstGeom>
          <a:noFill/>
          <a:ln/>
        </p:spPr>
        <p:txBody>
          <a:bodyPr wrap="square" lIns="0" tIns="0" rIns="0" bIns="0" rtlCol="0" anchor="t"/>
          <a:lstStyle/>
          <a:p>
            <a:pPr marL="0" indent="0">
              <a:lnSpc>
                <a:spcPct val="110000"/>
              </a:lnSpc>
              <a:spcAft>
                <a:spcPts val="600"/>
              </a:spcAft>
              <a:buNone/>
            </a:pPr>
            <a:r>
              <a:rPr lang="en-US" sz="1800" b="1" dirty="0">
                <a:solidFill>
                  <a:srgbClr val="22201C"/>
                </a:solidFill>
                <a:latin typeface="Calibri" pitchFamily="34" charset="0"/>
                <a:ea typeface="Calibri" pitchFamily="34" charset="-122"/>
                <a:cs typeface="Calibri" pitchFamily="34" charset="-120"/>
              </a:rPr>
              <a:t>Pray in Jesus’ name</a:t>
            </a:r>
            <a:endParaRPr lang="en-US" sz="1800" dirty="0"/>
          </a:p>
          <a:p>
            <a:pPr marL="0" indent="0">
              <a:lnSpc>
                <a:spcPct val="110000"/>
              </a:lnSpc>
              <a:buNone/>
            </a:pPr>
            <a:r>
              <a:rPr lang="en-US" sz="1500" dirty="0">
                <a:solidFill>
                  <a:srgbClr val="5C574F"/>
                </a:solidFill>
                <a:latin typeface="Calibri" pitchFamily="34" charset="0"/>
                <a:ea typeface="Calibri" pitchFamily="34" charset="-122"/>
                <a:cs typeface="Calibri" pitchFamily="34" charset="-120"/>
              </a:rPr>
              <a:t>Christ is the one mediator between God and men.</a:t>
            </a:r>
            <a:endParaRPr lang="en-US" sz="1800" dirty="0"/>
          </a:p>
        </p:txBody>
      </p:sp>
      <p:sp>
        <p:nvSpPr>
          <p:cNvPr id="14" name="Text 12"/>
          <p:cNvSpPr/>
          <p:nvPr/>
        </p:nvSpPr>
        <p:spPr>
          <a:xfrm>
            <a:off x="685800" y="4754880"/>
            <a:ext cx="5272888" cy="274320"/>
          </a:xfrm>
          <a:prstGeom prst="rect">
            <a:avLst/>
          </a:prstGeom>
          <a:noFill/>
          <a:ln/>
        </p:spPr>
        <p:txBody>
          <a:bodyPr wrap="square" lIns="0" tIns="0" rIns="0" bIns="0" rtlCol="0" anchor="b"/>
          <a:lstStyle/>
          <a:p>
            <a:pPr marL="0" indent="0">
              <a:buNone/>
            </a:pPr>
            <a:r>
              <a:rPr lang="en-US" sz="1300" b="1" dirty="0">
                <a:solidFill>
                  <a:srgbClr val="8F4519"/>
                </a:solidFill>
                <a:latin typeface="Calibri" pitchFamily="34" charset="0"/>
                <a:ea typeface="Calibri" pitchFamily="34" charset="-122"/>
                <a:cs typeface="Calibri" pitchFamily="34" charset="-120"/>
              </a:rPr>
              <a:t>John 14:13–14; 1 Timothy 2:5</a:t>
            </a:r>
            <a:endParaRPr lang="en-US" sz="1300" dirty="0"/>
          </a:p>
        </p:txBody>
      </p:sp>
      <p:sp>
        <p:nvSpPr>
          <p:cNvPr id="15" name="Shape 13"/>
          <p:cNvSpPr/>
          <p:nvPr/>
        </p:nvSpPr>
        <p:spPr>
          <a:xfrm>
            <a:off x="6233008" y="3611880"/>
            <a:ext cx="5272888" cy="0"/>
          </a:xfrm>
          <a:prstGeom prst="line">
            <a:avLst/>
          </a:prstGeom>
          <a:noFill/>
          <a:ln w="12700">
            <a:solidFill>
              <a:srgbClr val="DDD4C4"/>
            </a:solidFill>
            <a:prstDash val="solid"/>
          </a:ln>
        </p:spPr>
        <p:txBody>
          <a:bodyPr/>
          <a:lstStyle/>
          <a:p>
            <a:endParaRPr lang="en-US"/>
          </a:p>
        </p:txBody>
      </p:sp>
      <p:sp>
        <p:nvSpPr>
          <p:cNvPr id="16" name="Text 14"/>
          <p:cNvSpPr/>
          <p:nvPr/>
        </p:nvSpPr>
        <p:spPr>
          <a:xfrm>
            <a:off x="6233008" y="3813048"/>
            <a:ext cx="5272888" cy="914400"/>
          </a:xfrm>
          <a:prstGeom prst="rect">
            <a:avLst/>
          </a:prstGeom>
          <a:noFill/>
          <a:ln/>
        </p:spPr>
        <p:txBody>
          <a:bodyPr wrap="square" lIns="0" tIns="0" rIns="0" bIns="0" rtlCol="0" anchor="t"/>
          <a:lstStyle/>
          <a:p>
            <a:pPr marL="0" indent="0">
              <a:lnSpc>
                <a:spcPct val="110000"/>
              </a:lnSpc>
              <a:spcAft>
                <a:spcPts val="600"/>
              </a:spcAft>
              <a:buNone/>
            </a:pPr>
            <a:r>
              <a:rPr lang="en-US" sz="1800" b="1" dirty="0">
                <a:solidFill>
                  <a:srgbClr val="22201C"/>
                </a:solidFill>
                <a:latin typeface="Calibri" pitchFamily="34" charset="0"/>
                <a:ea typeface="Calibri" pitchFamily="34" charset="-122"/>
                <a:cs typeface="Calibri" pitchFamily="34" charset="-120"/>
              </a:rPr>
              <a:t>Pray for others</a:t>
            </a:r>
            <a:endParaRPr lang="en-US" sz="1800" dirty="0"/>
          </a:p>
          <a:p>
            <a:pPr marL="0" indent="0">
              <a:lnSpc>
                <a:spcPct val="110000"/>
              </a:lnSpc>
              <a:buNone/>
            </a:pPr>
            <a:r>
              <a:rPr lang="en-US" sz="1500" dirty="0">
                <a:solidFill>
                  <a:srgbClr val="5C574F"/>
                </a:solidFill>
                <a:latin typeface="Calibri" pitchFamily="34" charset="0"/>
                <a:ea typeface="Calibri" pitchFamily="34" charset="-122"/>
                <a:cs typeface="Calibri" pitchFamily="34" charset="-120"/>
              </a:rPr>
              <a:t>The fervent prayer of a righteous man avails much.</a:t>
            </a:r>
            <a:endParaRPr lang="en-US" sz="1800" dirty="0"/>
          </a:p>
        </p:txBody>
      </p:sp>
      <p:sp>
        <p:nvSpPr>
          <p:cNvPr id="17" name="Text 15"/>
          <p:cNvSpPr/>
          <p:nvPr/>
        </p:nvSpPr>
        <p:spPr>
          <a:xfrm>
            <a:off x="6233008" y="4754880"/>
            <a:ext cx="5272888" cy="274320"/>
          </a:xfrm>
          <a:prstGeom prst="rect">
            <a:avLst/>
          </a:prstGeom>
          <a:noFill/>
          <a:ln/>
        </p:spPr>
        <p:txBody>
          <a:bodyPr wrap="square" lIns="0" tIns="0" rIns="0" bIns="0" rtlCol="0" anchor="b"/>
          <a:lstStyle/>
          <a:p>
            <a:pPr marL="0" indent="0">
              <a:buNone/>
            </a:pPr>
            <a:r>
              <a:rPr lang="en-US" sz="1300" b="1" dirty="0">
                <a:solidFill>
                  <a:srgbClr val="8F4519"/>
                </a:solidFill>
                <a:latin typeface="Calibri" pitchFamily="34" charset="0"/>
                <a:ea typeface="Calibri" pitchFamily="34" charset="-122"/>
                <a:cs typeface="Calibri" pitchFamily="34" charset="-120"/>
              </a:rPr>
              <a:t>James 5:16</a:t>
            </a:r>
            <a:endParaRPr lang="en-US" sz="1300" dirty="0"/>
          </a:p>
        </p:txBody>
      </p:sp>
      <p:sp>
        <p:nvSpPr>
          <p:cNvPr id="18" name="Shape 16"/>
          <p:cNvSpPr/>
          <p:nvPr/>
        </p:nvSpPr>
        <p:spPr>
          <a:xfrm>
            <a:off x="685800" y="5486400"/>
            <a:ext cx="10820095" cy="0"/>
          </a:xfrm>
          <a:prstGeom prst="line">
            <a:avLst/>
          </a:prstGeom>
          <a:noFill/>
          <a:ln w="12700">
            <a:solidFill>
              <a:srgbClr val="8F4519"/>
            </a:solidFill>
            <a:prstDash val="solid"/>
          </a:ln>
        </p:spPr>
        <p:txBody>
          <a:bodyPr/>
          <a:lstStyle/>
          <a:p>
            <a:endParaRPr lang="en-US"/>
          </a:p>
        </p:txBody>
      </p:sp>
      <p:sp>
        <p:nvSpPr>
          <p:cNvPr id="19" name="Text 17"/>
          <p:cNvSpPr/>
          <p:nvPr/>
        </p:nvSpPr>
        <p:spPr>
          <a:xfrm>
            <a:off x="685800" y="5559552"/>
            <a:ext cx="10820095" cy="585216"/>
          </a:xfrm>
          <a:prstGeom prst="rect">
            <a:avLst/>
          </a:prstGeom>
          <a:noFill/>
          <a:ln/>
        </p:spPr>
        <p:txBody>
          <a:bodyPr wrap="square" lIns="0" tIns="0" rIns="0" bIns="0" rtlCol="0" anchor="ctr"/>
          <a:lstStyle/>
          <a:p>
            <a:pPr marL="0" indent="0">
              <a:buNone/>
            </a:pPr>
            <a:r>
              <a:rPr lang="en-US" sz="1200" b="1" kern="0" spc="200" dirty="0">
                <a:solidFill>
                  <a:srgbClr val="8F4519"/>
                </a:solidFill>
                <a:latin typeface="Calibri" pitchFamily="34" charset="0"/>
                <a:ea typeface="Calibri" pitchFamily="34" charset="-122"/>
                <a:cs typeface="Calibri" pitchFamily="34" charset="-120"/>
              </a:rPr>
              <a:t>TODAY   </a:t>
            </a:r>
            <a:r>
              <a:rPr lang="en-US" sz="1500" dirty="0">
                <a:solidFill>
                  <a:srgbClr val="22201C"/>
                </a:solidFill>
                <a:latin typeface="Calibri" pitchFamily="34" charset="0"/>
                <a:ea typeface="Calibri" pitchFamily="34" charset="-122"/>
                <a:cs typeface="Calibri" pitchFamily="34" charset="-120"/>
              </a:rPr>
              <a:t>Prayer is not a 911 call for emergencies. It is the daily conversation of a child with his Father.</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6F2EA"/>
        </a:solidFill>
        <a:effectLst/>
      </p:bgPr>
    </p:bg>
    <p:spTree>
      <p:nvGrpSpPr>
        <p:cNvPr id="1" name=""/>
        <p:cNvGrpSpPr/>
        <p:nvPr/>
      </p:nvGrpSpPr>
      <p:grpSpPr>
        <a:xfrm>
          <a:off x="0" y="0"/>
          <a:ext cx="0" cy="0"/>
          <a:chOff x="0" y="0"/>
          <a:chExt cx="0" cy="0"/>
        </a:xfrm>
      </p:grpSpPr>
      <p:sp>
        <p:nvSpPr>
          <p:cNvPr id="2" name="Text 0"/>
          <p:cNvSpPr/>
          <p:nvPr/>
        </p:nvSpPr>
        <p:spPr>
          <a:xfrm>
            <a:off x="685800" y="502920"/>
            <a:ext cx="10820095" cy="274320"/>
          </a:xfrm>
          <a:prstGeom prst="rect">
            <a:avLst/>
          </a:prstGeom>
          <a:noFill/>
          <a:ln/>
        </p:spPr>
        <p:txBody>
          <a:bodyPr wrap="square" lIns="0" tIns="0" rIns="0" bIns="0" rtlCol="0" anchor="ctr"/>
          <a:lstStyle/>
          <a:p>
            <a:pPr marL="0" indent="0">
              <a:buNone/>
            </a:pPr>
            <a:r>
              <a:rPr lang="en-US" sz="1200" b="1" kern="0" spc="300" dirty="0">
                <a:solidFill>
                  <a:srgbClr val="8F4519"/>
                </a:solidFill>
                <a:latin typeface="Calibri" pitchFamily="34" charset="0"/>
                <a:ea typeface="Calibri" pitchFamily="34" charset="-122"/>
                <a:cs typeface="Calibri" pitchFamily="34" charset="-120"/>
              </a:rPr>
              <a:t>LESSON 2 · THE ASSEMBLY</a:t>
            </a:r>
            <a:endParaRPr lang="en-US" sz="1200" dirty="0"/>
          </a:p>
        </p:txBody>
      </p:sp>
      <p:sp>
        <p:nvSpPr>
          <p:cNvPr id="3" name="Text 1"/>
          <p:cNvSpPr/>
          <p:nvPr/>
        </p:nvSpPr>
        <p:spPr>
          <a:xfrm>
            <a:off x="685800" y="822960"/>
            <a:ext cx="10820095" cy="777240"/>
          </a:xfrm>
          <a:prstGeom prst="rect">
            <a:avLst/>
          </a:prstGeom>
          <a:noFill/>
          <a:ln/>
        </p:spPr>
        <p:txBody>
          <a:bodyPr wrap="square" lIns="0" tIns="0" rIns="0" bIns="0" rtlCol="0" anchor="t"/>
          <a:lstStyle/>
          <a:p>
            <a:pPr marL="0" indent="0">
              <a:buNone/>
            </a:pPr>
            <a:r>
              <a:rPr lang="en-US" sz="3400" b="1" dirty="0">
                <a:solidFill>
                  <a:srgbClr val="22201C"/>
                </a:solidFill>
                <a:latin typeface="Georgia" pitchFamily="34" charset="0"/>
                <a:ea typeface="Georgia" pitchFamily="34" charset="-122"/>
                <a:cs typeface="Georgia" pitchFamily="34" charset="-120"/>
              </a:rPr>
              <a:t>Worship with the saints</a:t>
            </a:r>
            <a:endParaRPr lang="en-US" sz="3400" dirty="0"/>
          </a:p>
        </p:txBody>
      </p:sp>
      <p:sp>
        <p:nvSpPr>
          <p:cNvPr id="4" name="Text 2"/>
          <p:cNvSpPr/>
          <p:nvPr/>
        </p:nvSpPr>
        <p:spPr>
          <a:xfrm>
            <a:off x="685800" y="6400800"/>
            <a:ext cx="5486400" cy="274320"/>
          </a:xfrm>
          <a:prstGeom prst="rect">
            <a:avLst/>
          </a:prstGeom>
          <a:noFill/>
          <a:ln/>
        </p:spPr>
        <p:txBody>
          <a:bodyPr wrap="square" lIns="0" tIns="0" rIns="0" bIns="0" rtlCol="0" anchor="ctr"/>
          <a:lstStyle/>
          <a:p>
            <a:pPr marL="0" indent="0">
              <a:buNone/>
            </a:pPr>
            <a:r>
              <a:rPr lang="en-US" sz="1000" dirty="0">
                <a:solidFill>
                  <a:srgbClr val="5C574F"/>
                </a:solidFill>
                <a:latin typeface="Calibri" pitchFamily="34" charset="0"/>
                <a:ea typeface="Calibri" pitchFamily="34" charset="-122"/>
                <a:cs typeface="Calibri" pitchFamily="34" charset="-120"/>
              </a:rPr>
              <a:t>Welcome to the Family of God</a:t>
            </a:r>
            <a:endParaRPr lang="en-US" sz="1000" dirty="0"/>
          </a:p>
        </p:txBody>
      </p:sp>
      <p:sp>
        <p:nvSpPr>
          <p:cNvPr id="5" name="Text 3"/>
          <p:cNvSpPr/>
          <p:nvPr/>
        </p:nvSpPr>
        <p:spPr>
          <a:xfrm>
            <a:off x="10591495" y="6400800"/>
            <a:ext cx="914400" cy="274320"/>
          </a:xfrm>
          <a:prstGeom prst="rect">
            <a:avLst/>
          </a:prstGeom>
          <a:noFill/>
          <a:ln/>
        </p:spPr>
        <p:txBody>
          <a:bodyPr wrap="square" lIns="0" tIns="0" rIns="0" bIns="0" rtlCol="0" anchor="ctr"/>
          <a:lstStyle/>
          <a:p>
            <a:pPr marL="0" indent="0" algn="r">
              <a:buNone/>
            </a:pPr>
            <a:r>
              <a:rPr lang="en-US" sz="1000" dirty="0">
                <a:solidFill>
                  <a:srgbClr val="5C574F"/>
                </a:solidFill>
                <a:latin typeface="Calibri" pitchFamily="34" charset="0"/>
                <a:ea typeface="Calibri" pitchFamily="34" charset="-122"/>
                <a:cs typeface="Calibri" pitchFamily="34" charset="-120"/>
              </a:rPr>
              <a:t>23</a:t>
            </a:r>
            <a:endParaRPr lang="en-US" sz="1000" dirty="0"/>
          </a:p>
        </p:txBody>
      </p:sp>
      <p:sp>
        <p:nvSpPr>
          <p:cNvPr id="6" name="Text 4"/>
          <p:cNvSpPr/>
          <p:nvPr/>
        </p:nvSpPr>
        <p:spPr>
          <a:xfrm>
            <a:off x="685800" y="1645920"/>
            <a:ext cx="10820095" cy="411480"/>
          </a:xfrm>
          <a:prstGeom prst="rect">
            <a:avLst/>
          </a:prstGeom>
          <a:noFill/>
          <a:ln/>
        </p:spPr>
        <p:txBody>
          <a:bodyPr wrap="square" lIns="0" tIns="0" rIns="0" bIns="0" rtlCol="0" anchor="t"/>
          <a:lstStyle/>
          <a:p>
            <a:pPr marL="0" indent="0">
              <a:buNone/>
            </a:pPr>
            <a:r>
              <a:rPr lang="en-US" sz="1900" i="1" dirty="0">
                <a:solidFill>
                  <a:srgbClr val="22201C"/>
                </a:solidFill>
                <a:latin typeface="Georgia" pitchFamily="34" charset="0"/>
                <a:ea typeface="Georgia" pitchFamily="34" charset="-122"/>
                <a:cs typeface="Georgia" pitchFamily="34" charset="-120"/>
              </a:rPr>
              <a:t>“Not forsaking the assembling of ourselves together, as the manner of some is.”  </a:t>
            </a:r>
            <a:r>
              <a:rPr lang="en-US" sz="1500" b="1" dirty="0">
                <a:solidFill>
                  <a:srgbClr val="8F4519"/>
                </a:solidFill>
                <a:latin typeface="Calibri" pitchFamily="34" charset="0"/>
                <a:ea typeface="Calibri" pitchFamily="34" charset="-122"/>
                <a:cs typeface="Calibri" pitchFamily="34" charset="-120"/>
              </a:rPr>
              <a:t>Hebrews 10:25</a:t>
            </a:r>
            <a:endParaRPr lang="en-US" sz="1900" dirty="0"/>
          </a:p>
        </p:txBody>
      </p:sp>
      <p:sp>
        <p:nvSpPr>
          <p:cNvPr id="7" name="Text 5"/>
          <p:cNvSpPr/>
          <p:nvPr/>
        </p:nvSpPr>
        <p:spPr>
          <a:xfrm>
            <a:off x="685800" y="2103120"/>
            <a:ext cx="10820095" cy="365760"/>
          </a:xfrm>
          <a:prstGeom prst="rect">
            <a:avLst/>
          </a:prstGeom>
          <a:noFill/>
          <a:ln/>
        </p:spPr>
        <p:txBody>
          <a:bodyPr wrap="square" lIns="0" tIns="0" rIns="0" bIns="0" rtlCol="0" anchor="ctr"/>
          <a:lstStyle/>
          <a:p>
            <a:pPr marL="0" indent="0">
              <a:buNone/>
            </a:pPr>
            <a:r>
              <a:rPr lang="en-US" sz="1600" dirty="0">
                <a:solidFill>
                  <a:srgbClr val="5C574F"/>
                </a:solidFill>
                <a:latin typeface="Calibri" pitchFamily="34" charset="0"/>
                <a:ea typeface="Calibri" pitchFamily="34" charset="-122"/>
                <a:cs typeface="Calibri" pitchFamily="34" charset="-120"/>
              </a:rPr>
              <a:t>Every first day of the week, the church worships as the New Testament directs, not as men prefer.</a:t>
            </a:r>
            <a:endParaRPr lang="en-US" sz="16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685800" y="2743200"/>
          <a:ext cx="10820095" cy="914400"/>
        </p:xfrm>
        <a:graphic>
          <a:graphicData uri="http://schemas.openxmlformats.org/drawingml/2006/table">
            <a:tbl>
              <a:tblPr/>
              <a:tblGrid>
                <a:gridCol w="2560320">
                  <a:extLst>
                    <a:ext uri="{9D8B030D-6E8A-4147-A177-3AD203B41FA5}">
                      <a16:colId xmlns:a16="http://schemas.microsoft.com/office/drawing/2014/main" val="20000"/>
                    </a:ext>
                  </a:extLst>
                </a:gridCol>
                <a:gridCol w="4937760">
                  <a:extLst>
                    <a:ext uri="{9D8B030D-6E8A-4147-A177-3AD203B41FA5}">
                      <a16:colId xmlns:a16="http://schemas.microsoft.com/office/drawing/2014/main" val="20001"/>
                    </a:ext>
                  </a:extLst>
                </a:gridCol>
                <a:gridCol w="3322015">
                  <a:extLst>
                    <a:ext uri="{9D8B030D-6E8A-4147-A177-3AD203B41FA5}">
                      <a16:colId xmlns:a16="http://schemas.microsoft.com/office/drawing/2014/main" val="20002"/>
                    </a:ext>
                  </a:extLst>
                </a:gridCol>
              </a:tblGrid>
              <a:tr h="530352">
                <a:tc>
                  <a:txBody>
                    <a:bodyPr/>
                    <a:lstStyle/>
                    <a:p>
                      <a:pPr marL="0" indent="0">
                        <a:buNone/>
                      </a:pPr>
                      <a:r>
                        <a:rPr lang="en-US" sz="1200" b="1" kern="0" spc="200" dirty="0">
                          <a:solidFill>
                            <a:srgbClr val="8F4519"/>
                          </a:solidFill>
                          <a:latin typeface="Calibri" pitchFamily="34" charset="0"/>
                          <a:ea typeface="Calibri" pitchFamily="34" charset="-122"/>
                          <a:cs typeface="Calibri" pitchFamily="34" charset="-120"/>
                        </a:rPr>
                        <a:t>ACT OF WORSHIP</a:t>
                      </a:r>
                      <a:endParaRPr lang="en-US" sz="1200" dirty="0">
                        <a:latin typeface="Calibri" charset="0"/>
                        <a:ea typeface="Calibri" charset="0"/>
                        <a:cs typeface="Calibri" charset="0"/>
                      </a:endParaRPr>
                    </a:p>
                  </a:txBody>
                  <a:tcPr marL="0" marR="137160" marT="0" marB="0" anchor="ctr">
                    <a:lnL w="0" cap="flat" cmpd="sng" algn="ctr">
                      <a:noFill/>
                    </a:lnL>
                    <a:lnR w="0" cap="flat" cmpd="sng" algn="ctr">
                      <a:noFill/>
                    </a:lnR>
                    <a:lnT w="0" cap="flat" cmpd="sng" algn="ctr">
                      <a:noFill/>
                    </a:lnT>
                    <a:lnB w="19050" cap="flat" cmpd="sng" algn="ctr">
                      <a:solidFill>
                        <a:srgbClr val="8F4519"/>
                      </a:solidFill>
                      <a:prstDash val="solid"/>
                      <a:round/>
                      <a:headEnd type="none" w="med" len="med"/>
                      <a:tailEnd type="none" w="med" len="med"/>
                    </a:lnB>
                  </a:tcPr>
                </a:tc>
                <a:tc>
                  <a:txBody>
                    <a:bodyPr/>
                    <a:lstStyle/>
                    <a:p>
                      <a:pPr marL="0" indent="0">
                        <a:buNone/>
                      </a:pPr>
                      <a:r>
                        <a:rPr lang="en-US" sz="1200" b="1" kern="0" spc="200" dirty="0">
                          <a:solidFill>
                            <a:srgbClr val="8F4519"/>
                          </a:solidFill>
                          <a:latin typeface="Calibri" pitchFamily="34" charset="0"/>
                          <a:ea typeface="Calibri" pitchFamily="34" charset="-122"/>
                          <a:cs typeface="Calibri" pitchFamily="34" charset="-120"/>
                        </a:rPr>
                        <a:t>WHAT IT IS</a:t>
                      </a:r>
                      <a:endParaRPr lang="en-US" sz="1200" dirty="0">
                        <a:latin typeface="Calibri" charset="0"/>
                        <a:ea typeface="Calibri" charset="0"/>
                        <a:cs typeface="Calibri" charset="0"/>
                      </a:endParaRPr>
                    </a:p>
                  </a:txBody>
                  <a:tcPr marL="0" marR="137160" marT="0" marB="0" anchor="ctr">
                    <a:lnL w="0" cap="flat" cmpd="sng" algn="ctr">
                      <a:noFill/>
                    </a:lnL>
                    <a:lnR w="0" cap="flat" cmpd="sng" algn="ctr">
                      <a:noFill/>
                    </a:lnR>
                    <a:lnT w="0" cap="flat" cmpd="sng" algn="ctr">
                      <a:noFill/>
                    </a:lnT>
                    <a:lnB w="19050" cap="flat" cmpd="sng" algn="ctr">
                      <a:solidFill>
                        <a:srgbClr val="8F4519"/>
                      </a:solidFill>
                      <a:prstDash val="solid"/>
                      <a:round/>
                      <a:headEnd type="none" w="med" len="med"/>
                      <a:tailEnd type="none" w="med" len="med"/>
                    </a:lnB>
                  </a:tcPr>
                </a:tc>
                <a:tc>
                  <a:txBody>
                    <a:bodyPr/>
                    <a:lstStyle/>
                    <a:p>
                      <a:pPr marL="0" indent="0">
                        <a:buNone/>
                      </a:pPr>
                      <a:r>
                        <a:rPr lang="en-US" sz="1200" b="1" kern="0" spc="200" dirty="0">
                          <a:solidFill>
                            <a:srgbClr val="8F4519"/>
                          </a:solidFill>
                          <a:latin typeface="Calibri" pitchFamily="34" charset="0"/>
                          <a:ea typeface="Calibri" pitchFamily="34" charset="-122"/>
                          <a:cs typeface="Calibri" pitchFamily="34" charset="-120"/>
                        </a:rPr>
                        <a:t>SCRIPTURE</a:t>
                      </a:r>
                      <a:endParaRPr lang="en-US" sz="1200" dirty="0">
                        <a:latin typeface="Calibri" charset="0"/>
                        <a:ea typeface="Calibri" charset="0"/>
                        <a:cs typeface="Calibri" charset="0"/>
                      </a:endParaRPr>
                    </a:p>
                  </a:txBody>
                  <a:tcPr marL="0" marR="137160" marT="0" marB="0" anchor="ctr">
                    <a:lnL w="0" cap="flat" cmpd="sng" algn="ctr">
                      <a:noFill/>
                    </a:lnL>
                    <a:lnR w="0" cap="flat" cmpd="sng" algn="ctr">
                      <a:noFill/>
                    </a:lnR>
                    <a:lnT w="0" cap="flat" cmpd="sng" algn="ctr">
                      <a:noFill/>
                    </a:lnT>
                    <a:lnB w="19050" cap="flat" cmpd="sng" algn="ctr">
                      <a:solidFill>
                        <a:srgbClr val="8F4519"/>
                      </a:solidFill>
                      <a:prstDash val="solid"/>
                      <a:round/>
                      <a:headEnd type="none" w="med" len="med"/>
                      <a:tailEnd type="none" w="med" len="med"/>
                    </a:lnB>
                  </a:tcPr>
                </a:tc>
                <a:extLst>
                  <a:ext uri="{0D108BD9-81ED-4DB2-BD59-A6C34878D82A}">
                    <a16:rowId xmlns:a16="http://schemas.microsoft.com/office/drawing/2014/main" val="10000"/>
                  </a:ext>
                </a:extLst>
              </a:tr>
              <a:tr h="530352">
                <a:tc>
                  <a:txBody>
                    <a:bodyPr/>
                    <a:lstStyle/>
                    <a:p>
                      <a:pPr marL="0" indent="0">
                        <a:buNone/>
                      </a:pPr>
                      <a:r>
                        <a:rPr lang="en-US" sz="1600" b="1" dirty="0">
                          <a:solidFill>
                            <a:srgbClr val="22201C"/>
                          </a:solidFill>
                          <a:latin typeface="Calibri" pitchFamily="34" charset="0"/>
                          <a:ea typeface="Calibri" pitchFamily="34" charset="-122"/>
                          <a:cs typeface="Calibri" pitchFamily="34" charset="-120"/>
                        </a:rPr>
                        <a:t>Lord’s Supper</a:t>
                      </a:r>
                      <a:endParaRPr lang="en-US" sz="1600" dirty="0">
                        <a:latin typeface="Calibri" charset="0"/>
                        <a:ea typeface="Calibri" charset="0"/>
                        <a:cs typeface="Calibri" charset="0"/>
                      </a:endParaRPr>
                    </a:p>
                  </a:txBody>
                  <a:tcPr marL="0" marR="137160" marT="0" marB="0" anchor="ctr">
                    <a:lnL w="0" cap="flat" cmpd="sng" algn="ctr">
                      <a:noFill/>
                    </a:lnL>
                    <a:lnR w="0" cap="flat" cmpd="sng" algn="ctr">
                      <a:noFill/>
                    </a:lnR>
                    <a:lnT w="19050" cap="flat" cmpd="sng" algn="ctr">
                      <a:solidFill>
                        <a:srgbClr val="8F4519"/>
                      </a:solidFill>
                      <a:prstDash val="solid"/>
                      <a:round/>
                      <a:headEnd type="none" w="med" len="med"/>
                      <a:tailEnd type="none" w="med" len="med"/>
                    </a:lnT>
                    <a:lnB w="9525" cap="flat" cmpd="sng" algn="ctr">
                      <a:solidFill>
                        <a:srgbClr val="DDD4C4"/>
                      </a:solidFill>
                      <a:prstDash val="solid"/>
                      <a:round/>
                      <a:headEnd type="none" w="med" len="med"/>
                      <a:tailEnd type="none" w="med" len="med"/>
                    </a:lnB>
                  </a:tcPr>
                </a:tc>
                <a:tc>
                  <a:txBody>
                    <a:bodyPr/>
                    <a:lstStyle/>
                    <a:p>
                      <a:pPr marL="0" indent="0">
                        <a:buNone/>
                      </a:pPr>
                      <a:r>
                        <a:rPr lang="en-US" sz="1600" dirty="0">
                          <a:solidFill>
                            <a:srgbClr val="5C574F"/>
                          </a:solidFill>
                          <a:latin typeface="Calibri" pitchFamily="34" charset="0"/>
                          <a:ea typeface="Calibri" pitchFamily="34" charset="-122"/>
                          <a:cs typeface="Calibri" pitchFamily="34" charset="-120"/>
                        </a:rPr>
                        <a:t>Remembering His death every first day</a:t>
                      </a:r>
                      <a:endParaRPr lang="en-US" sz="1600" dirty="0">
                        <a:latin typeface="Calibri" charset="0"/>
                        <a:ea typeface="Calibri" charset="0"/>
                        <a:cs typeface="Calibri" charset="0"/>
                      </a:endParaRPr>
                    </a:p>
                  </a:txBody>
                  <a:tcPr marL="0" marR="137160" marT="0" marB="0" anchor="ctr">
                    <a:lnL w="0" cap="flat" cmpd="sng" algn="ctr">
                      <a:noFill/>
                    </a:lnL>
                    <a:lnR w="0" cap="flat" cmpd="sng" algn="ctr">
                      <a:noFill/>
                    </a:lnR>
                    <a:lnT w="19050" cap="flat" cmpd="sng" algn="ctr">
                      <a:solidFill>
                        <a:srgbClr val="8F4519"/>
                      </a:solidFill>
                      <a:prstDash val="solid"/>
                      <a:round/>
                      <a:headEnd type="none" w="med" len="med"/>
                      <a:tailEnd type="none" w="med" len="med"/>
                    </a:lnT>
                    <a:lnB w="9525" cap="flat" cmpd="sng" algn="ctr">
                      <a:solidFill>
                        <a:srgbClr val="DDD4C4"/>
                      </a:solidFill>
                      <a:prstDash val="solid"/>
                      <a:round/>
                      <a:headEnd type="none" w="med" len="med"/>
                      <a:tailEnd type="none" w="med" len="med"/>
                    </a:lnB>
                  </a:tcPr>
                </a:tc>
                <a:tc>
                  <a:txBody>
                    <a:bodyPr/>
                    <a:lstStyle/>
                    <a:p>
                      <a:pPr marL="0" indent="0">
                        <a:buNone/>
                      </a:pPr>
                      <a:r>
                        <a:rPr lang="en-US" sz="1400" b="1" dirty="0">
                          <a:solidFill>
                            <a:srgbClr val="8F4519"/>
                          </a:solidFill>
                          <a:latin typeface="Calibri" pitchFamily="34" charset="0"/>
                          <a:ea typeface="Calibri" pitchFamily="34" charset="-122"/>
                          <a:cs typeface="Calibri" pitchFamily="34" charset="-120"/>
                        </a:rPr>
                        <a:t>Acts 20:7; 1 Cor. 11:23–26</a:t>
                      </a:r>
                      <a:endParaRPr lang="en-US" sz="1400" dirty="0">
                        <a:latin typeface="Calibri" charset="0"/>
                        <a:ea typeface="Calibri" charset="0"/>
                        <a:cs typeface="Calibri" charset="0"/>
                      </a:endParaRPr>
                    </a:p>
                  </a:txBody>
                  <a:tcPr marL="0" marR="137160" marT="0" marB="0" anchor="ctr">
                    <a:lnL w="0" cap="flat" cmpd="sng" algn="ctr">
                      <a:noFill/>
                    </a:lnL>
                    <a:lnR w="0" cap="flat" cmpd="sng" algn="ctr">
                      <a:noFill/>
                    </a:lnR>
                    <a:lnT w="19050" cap="flat" cmpd="sng" algn="ctr">
                      <a:solidFill>
                        <a:srgbClr val="8F4519"/>
                      </a:solidFill>
                      <a:prstDash val="solid"/>
                      <a:round/>
                      <a:headEnd type="none" w="med" len="med"/>
                      <a:tailEnd type="none" w="med" len="med"/>
                    </a:lnT>
                    <a:lnB w="9525" cap="flat" cmpd="sng" algn="ctr">
                      <a:solidFill>
                        <a:srgbClr val="DDD4C4"/>
                      </a:solidFill>
                      <a:prstDash val="solid"/>
                      <a:round/>
                      <a:headEnd type="none" w="med" len="med"/>
                      <a:tailEnd type="none" w="med" len="med"/>
                    </a:lnB>
                  </a:tcPr>
                </a:tc>
                <a:extLst>
                  <a:ext uri="{0D108BD9-81ED-4DB2-BD59-A6C34878D82A}">
                    <a16:rowId xmlns:a16="http://schemas.microsoft.com/office/drawing/2014/main" val="10001"/>
                  </a:ext>
                </a:extLst>
              </a:tr>
              <a:tr h="530352">
                <a:tc>
                  <a:txBody>
                    <a:bodyPr/>
                    <a:lstStyle/>
                    <a:p>
                      <a:pPr marL="0" indent="0">
                        <a:buNone/>
                      </a:pPr>
                      <a:r>
                        <a:rPr lang="en-US" sz="1600" b="1" dirty="0">
                          <a:solidFill>
                            <a:srgbClr val="22201C"/>
                          </a:solidFill>
                          <a:latin typeface="Calibri" pitchFamily="34" charset="0"/>
                          <a:ea typeface="Calibri" pitchFamily="34" charset="-122"/>
                          <a:cs typeface="Calibri" pitchFamily="34" charset="-120"/>
                        </a:rPr>
                        <a:t>Singing</a:t>
                      </a:r>
                      <a:endParaRPr lang="en-US" sz="1600" dirty="0">
                        <a:latin typeface="Calibri" charset="0"/>
                        <a:ea typeface="Calibri" charset="0"/>
                        <a:cs typeface="Calibri" charset="0"/>
                      </a:endParaRPr>
                    </a:p>
                  </a:txBody>
                  <a:tcPr marL="0" marR="137160" marT="0" marB="0" anchor="ctr">
                    <a:lnL w="0" cap="flat" cmpd="sng" algn="ctr">
                      <a:noFill/>
                    </a:lnL>
                    <a:lnR w="0" cap="flat" cmpd="sng" algn="ctr">
                      <a:noFill/>
                    </a:lnR>
                    <a:lnT w="9525" cap="flat" cmpd="sng" algn="ctr">
                      <a:solidFill>
                        <a:srgbClr val="DDD4C4"/>
                      </a:solidFill>
                      <a:prstDash val="solid"/>
                      <a:round/>
                      <a:headEnd type="none" w="med" len="med"/>
                      <a:tailEnd type="none" w="med" len="med"/>
                    </a:lnT>
                    <a:lnB w="9525" cap="flat" cmpd="sng" algn="ctr">
                      <a:solidFill>
                        <a:srgbClr val="DDD4C4"/>
                      </a:solidFill>
                      <a:prstDash val="solid"/>
                      <a:round/>
                      <a:headEnd type="none" w="med" len="med"/>
                      <a:tailEnd type="none" w="med" len="med"/>
                    </a:lnB>
                  </a:tcPr>
                </a:tc>
                <a:tc>
                  <a:txBody>
                    <a:bodyPr/>
                    <a:lstStyle/>
                    <a:p>
                      <a:pPr marL="0" indent="0">
                        <a:buNone/>
                      </a:pPr>
                      <a:r>
                        <a:rPr lang="en-US" sz="1600" dirty="0">
                          <a:solidFill>
                            <a:srgbClr val="5C574F"/>
                          </a:solidFill>
                          <a:latin typeface="Calibri" pitchFamily="34" charset="0"/>
                          <a:ea typeface="Calibri" pitchFamily="34" charset="-122"/>
                          <a:cs typeface="Calibri" pitchFamily="34" charset="-120"/>
                        </a:rPr>
                        <a:t>With the voice, making melody in the heart</a:t>
                      </a:r>
                      <a:endParaRPr lang="en-US" sz="1600" dirty="0">
                        <a:latin typeface="Calibri" charset="0"/>
                        <a:ea typeface="Calibri" charset="0"/>
                        <a:cs typeface="Calibri" charset="0"/>
                      </a:endParaRPr>
                    </a:p>
                  </a:txBody>
                  <a:tcPr marL="0" marR="137160" marT="0" marB="0" anchor="ctr">
                    <a:lnL w="0" cap="flat" cmpd="sng" algn="ctr">
                      <a:noFill/>
                    </a:lnL>
                    <a:lnR w="0" cap="flat" cmpd="sng" algn="ctr">
                      <a:noFill/>
                    </a:lnR>
                    <a:lnT w="9525" cap="flat" cmpd="sng" algn="ctr">
                      <a:solidFill>
                        <a:srgbClr val="DDD4C4"/>
                      </a:solidFill>
                      <a:prstDash val="solid"/>
                      <a:round/>
                      <a:headEnd type="none" w="med" len="med"/>
                      <a:tailEnd type="none" w="med" len="med"/>
                    </a:lnT>
                    <a:lnB w="9525" cap="flat" cmpd="sng" algn="ctr">
                      <a:solidFill>
                        <a:srgbClr val="DDD4C4"/>
                      </a:solidFill>
                      <a:prstDash val="solid"/>
                      <a:round/>
                      <a:headEnd type="none" w="med" len="med"/>
                      <a:tailEnd type="none" w="med" len="med"/>
                    </a:lnB>
                  </a:tcPr>
                </a:tc>
                <a:tc>
                  <a:txBody>
                    <a:bodyPr/>
                    <a:lstStyle/>
                    <a:p>
                      <a:pPr marL="0" indent="0">
                        <a:buNone/>
                      </a:pPr>
                      <a:r>
                        <a:rPr lang="en-US" sz="1400" b="1" dirty="0">
                          <a:solidFill>
                            <a:srgbClr val="8F4519"/>
                          </a:solidFill>
                          <a:latin typeface="Calibri" pitchFamily="34" charset="0"/>
                          <a:ea typeface="Calibri" pitchFamily="34" charset="-122"/>
                          <a:cs typeface="Calibri" pitchFamily="34" charset="-120"/>
                        </a:rPr>
                        <a:t>Ephesians 5:19; Col. 3:16</a:t>
                      </a:r>
                      <a:endParaRPr lang="en-US" sz="1400" dirty="0">
                        <a:latin typeface="Calibri" charset="0"/>
                        <a:ea typeface="Calibri" charset="0"/>
                        <a:cs typeface="Calibri" charset="0"/>
                      </a:endParaRPr>
                    </a:p>
                  </a:txBody>
                  <a:tcPr marL="0" marR="137160" marT="0" marB="0" anchor="ctr">
                    <a:lnL w="0" cap="flat" cmpd="sng" algn="ctr">
                      <a:noFill/>
                    </a:lnL>
                    <a:lnR w="0" cap="flat" cmpd="sng" algn="ctr">
                      <a:noFill/>
                    </a:lnR>
                    <a:lnT w="9525" cap="flat" cmpd="sng" algn="ctr">
                      <a:solidFill>
                        <a:srgbClr val="DDD4C4"/>
                      </a:solidFill>
                      <a:prstDash val="solid"/>
                      <a:round/>
                      <a:headEnd type="none" w="med" len="med"/>
                      <a:tailEnd type="none" w="med" len="med"/>
                    </a:lnT>
                    <a:lnB w="9525" cap="flat" cmpd="sng" algn="ctr">
                      <a:solidFill>
                        <a:srgbClr val="DDD4C4"/>
                      </a:solidFill>
                      <a:prstDash val="solid"/>
                      <a:round/>
                      <a:headEnd type="none" w="med" len="med"/>
                      <a:tailEnd type="none" w="med" len="med"/>
                    </a:lnB>
                  </a:tcPr>
                </a:tc>
                <a:extLst>
                  <a:ext uri="{0D108BD9-81ED-4DB2-BD59-A6C34878D82A}">
                    <a16:rowId xmlns:a16="http://schemas.microsoft.com/office/drawing/2014/main" val="10002"/>
                  </a:ext>
                </a:extLst>
              </a:tr>
              <a:tr h="530352">
                <a:tc>
                  <a:txBody>
                    <a:bodyPr/>
                    <a:lstStyle/>
                    <a:p>
                      <a:pPr marL="0" indent="0">
                        <a:buNone/>
                      </a:pPr>
                      <a:r>
                        <a:rPr lang="en-US" sz="1600" b="1" dirty="0">
                          <a:solidFill>
                            <a:srgbClr val="22201C"/>
                          </a:solidFill>
                          <a:latin typeface="Calibri" pitchFamily="34" charset="0"/>
                          <a:ea typeface="Calibri" pitchFamily="34" charset="-122"/>
                          <a:cs typeface="Calibri" pitchFamily="34" charset="-120"/>
                        </a:rPr>
                        <a:t>Prayer</a:t>
                      </a:r>
                      <a:endParaRPr lang="en-US" sz="1600" dirty="0">
                        <a:latin typeface="Calibri" charset="0"/>
                        <a:ea typeface="Calibri" charset="0"/>
                        <a:cs typeface="Calibri" charset="0"/>
                      </a:endParaRPr>
                    </a:p>
                  </a:txBody>
                  <a:tcPr marL="0" marR="137160" marT="0" marB="0" anchor="ctr">
                    <a:lnL w="0" cap="flat" cmpd="sng" algn="ctr">
                      <a:noFill/>
                    </a:lnL>
                    <a:lnR w="0" cap="flat" cmpd="sng" algn="ctr">
                      <a:noFill/>
                    </a:lnR>
                    <a:lnT w="9525" cap="flat" cmpd="sng" algn="ctr">
                      <a:solidFill>
                        <a:srgbClr val="DDD4C4"/>
                      </a:solidFill>
                      <a:prstDash val="solid"/>
                      <a:round/>
                      <a:headEnd type="none" w="med" len="med"/>
                      <a:tailEnd type="none" w="med" len="med"/>
                    </a:lnT>
                    <a:lnB w="9525" cap="flat" cmpd="sng" algn="ctr">
                      <a:solidFill>
                        <a:srgbClr val="DDD4C4"/>
                      </a:solidFill>
                      <a:prstDash val="solid"/>
                      <a:round/>
                      <a:headEnd type="none" w="med" len="med"/>
                      <a:tailEnd type="none" w="med" len="med"/>
                    </a:lnB>
                  </a:tcPr>
                </a:tc>
                <a:tc>
                  <a:txBody>
                    <a:bodyPr/>
                    <a:lstStyle/>
                    <a:p>
                      <a:pPr marL="0" indent="0">
                        <a:buNone/>
                      </a:pPr>
                      <a:r>
                        <a:rPr lang="en-US" sz="1600" dirty="0">
                          <a:solidFill>
                            <a:srgbClr val="5C574F"/>
                          </a:solidFill>
                          <a:latin typeface="Calibri" pitchFamily="34" charset="0"/>
                          <a:ea typeface="Calibri" pitchFamily="34" charset="-122"/>
                          <a:cs typeface="Calibri" pitchFamily="34" charset="-120"/>
                        </a:rPr>
                        <a:t>Praying together as one body</a:t>
                      </a:r>
                      <a:endParaRPr lang="en-US" sz="1600" dirty="0">
                        <a:latin typeface="Calibri" charset="0"/>
                        <a:ea typeface="Calibri" charset="0"/>
                        <a:cs typeface="Calibri" charset="0"/>
                      </a:endParaRPr>
                    </a:p>
                  </a:txBody>
                  <a:tcPr marL="0" marR="137160" marT="0" marB="0" anchor="ctr">
                    <a:lnL w="0" cap="flat" cmpd="sng" algn="ctr">
                      <a:noFill/>
                    </a:lnL>
                    <a:lnR w="0" cap="flat" cmpd="sng" algn="ctr">
                      <a:noFill/>
                    </a:lnR>
                    <a:lnT w="9525" cap="flat" cmpd="sng" algn="ctr">
                      <a:solidFill>
                        <a:srgbClr val="DDD4C4"/>
                      </a:solidFill>
                      <a:prstDash val="solid"/>
                      <a:round/>
                      <a:headEnd type="none" w="med" len="med"/>
                      <a:tailEnd type="none" w="med" len="med"/>
                    </a:lnT>
                    <a:lnB w="9525" cap="flat" cmpd="sng" algn="ctr">
                      <a:solidFill>
                        <a:srgbClr val="DDD4C4"/>
                      </a:solidFill>
                      <a:prstDash val="solid"/>
                      <a:round/>
                      <a:headEnd type="none" w="med" len="med"/>
                      <a:tailEnd type="none" w="med" len="med"/>
                    </a:lnB>
                  </a:tcPr>
                </a:tc>
                <a:tc>
                  <a:txBody>
                    <a:bodyPr/>
                    <a:lstStyle/>
                    <a:p>
                      <a:pPr marL="0" indent="0">
                        <a:buNone/>
                      </a:pPr>
                      <a:r>
                        <a:rPr lang="en-US" sz="1400" b="1" dirty="0">
                          <a:solidFill>
                            <a:srgbClr val="8F4519"/>
                          </a:solidFill>
                          <a:latin typeface="Calibri" pitchFamily="34" charset="0"/>
                          <a:ea typeface="Calibri" pitchFamily="34" charset="-122"/>
                          <a:cs typeface="Calibri" pitchFamily="34" charset="-120"/>
                        </a:rPr>
                        <a:t>Acts 2:42</a:t>
                      </a:r>
                      <a:endParaRPr lang="en-US" sz="1400" dirty="0">
                        <a:latin typeface="Calibri" charset="0"/>
                        <a:ea typeface="Calibri" charset="0"/>
                        <a:cs typeface="Calibri" charset="0"/>
                      </a:endParaRPr>
                    </a:p>
                  </a:txBody>
                  <a:tcPr marL="0" marR="137160" marT="0" marB="0" anchor="ctr">
                    <a:lnL w="0" cap="flat" cmpd="sng" algn="ctr">
                      <a:noFill/>
                    </a:lnL>
                    <a:lnR w="0" cap="flat" cmpd="sng" algn="ctr">
                      <a:noFill/>
                    </a:lnR>
                    <a:lnT w="9525" cap="flat" cmpd="sng" algn="ctr">
                      <a:solidFill>
                        <a:srgbClr val="DDD4C4"/>
                      </a:solidFill>
                      <a:prstDash val="solid"/>
                      <a:round/>
                      <a:headEnd type="none" w="med" len="med"/>
                      <a:tailEnd type="none" w="med" len="med"/>
                    </a:lnT>
                    <a:lnB w="9525" cap="flat" cmpd="sng" algn="ctr">
                      <a:solidFill>
                        <a:srgbClr val="DDD4C4"/>
                      </a:solidFill>
                      <a:prstDash val="solid"/>
                      <a:round/>
                      <a:headEnd type="none" w="med" len="med"/>
                      <a:tailEnd type="none" w="med" len="med"/>
                    </a:lnB>
                  </a:tcPr>
                </a:tc>
                <a:extLst>
                  <a:ext uri="{0D108BD9-81ED-4DB2-BD59-A6C34878D82A}">
                    <a16:rowId xmlns:a16="http://schemas.microsoft.com/office/drawing/2014/main" val="10003"/>
                  </a:ext>
                </a:extLst>
              </a:tr>
              <a:tr h="530352">
                <a:tc>
                  <a:txBody>
                    <a:bodyPr/>
                    <a:lstStyle/>
                    <a:p>
                      <a:pPr marL="0" indent="0">
                        <a:buNone/>
                      </a:pPr>
                      <a:r>
                        <a:rPr lang="en-US" sz="1600" b="1" dirty="0">
                          <a:solidFill>
                            <a:srgbClr val="22201C"/>
                          </a:solidFill>
                          <a:latin typeface="Calibri" pitchFamily="34" charset="0"/>
                          <a:ea typeface="Calibri" pitchFamily="34" charset="-122"/>
                          <a:cs typeface="Calibri" pitchFamily="34" charset="-120"/>
                        </a:rPr>
                        <a:t>Preaching</a:t>
                      </a:r>
                      <a:endParaRPr lang="en-US" sz="1600" dirty="0">
                        <a:latin typeface="Calibri" charset="0"/>
                        <a:ea typeface="Calibri" charset="0"/>
                        <a:cs typeface="Calibri" charset="0"/>
                      </a:endParaRPr>
                    </a:p>
                  </a:txBody>
                  <a:tcPr marL="0" marR="137160" marT="0" marB="0" anchor="ctr">
                    <a:lnL w="0" cap="flat" cmpd="sng" algn="ctr">
                      <a:noFill/>
                    </a:lnL>
                    <a:lnR w="0" cap="flat" cmpd="sng" algn="ctr">
                      <a:noFill/>
                    </a:lnR>
                    <a:lnT w="9525" cap="flat" cmpd="sng" algn="ctr">
                      <a:solidFill>
                        <a:srgbClr val="DDD4C4"/>
                      </a:solidFill>
                      <a:prstDash val="solid"/>
                      <a:round/>
                      <a:headEnd type="none" w="med" len="med"/>
                      <a:tailEnd type="none" w="med" len="med"/>
                    </a:lnT>
                    <a:lnB w="9525" cap="flat" cmpd="sng" algn="ctr">
                      <a:solidFill>
                        <a:srgbClr val="DDD4C4"/>
                      </a:solidFill>
                      <a:prstDash val="solid"/>
                      <a:round/>
                      <a:headEnd type="none" w="med" len="med"/>
                      <a:tailEnd type="none" w="med" len="med"/>
                    </a:lnB>
                  </a:tcPr>
                </a:tc>
                <a:tc>
                  <a:txBody>
                    <a:bodyPr/>
                    <a:lstStyle/>
                    <a:p>
                      <a:pPr marL="0" indent="0">
                        <a:buNone/>
                      </a:pPr>
                      <a:r>
                        <a:rPr lang="en-US" sz="1600" dirty="0">
                          <a:solidFill>
                            <a:srgbClr val="5C574F"/>
                          </a:solidFill>
                          <a:latin typeface="Calibri" pitchFamily="34" charset="0"/>
                          <a:ea typeface="Calibri" pitchFamily="34" charset="-122"/>
                          <a:cs typeface="Calibri" pitchFamily="34" charset="-120"/>
                        </a:rPr>
                        <a:t>Hearing the Word proclaimed</a:t>
                      </a:r>
                      <a:endParaRPr lang="en-US" sz="1600" dirty="0">
                        <a:latin typeface="Calibri" charset="0"/>
                        <a:ea typeface="Calibri" charset="0"/>
                        <a:cs typeface="Calibri" charset="0"/>
                      </a:endParaRPr>
                    </a:p>
                  </a:txBody>
                  <a:tcPr marL="0" marR="137160" marT="0" marB="0" anchor="ctr">
                    <a:lnL w="0" cap="flat" cmpd="sng" algn="ctr">
                      <a:noFill/>
                    </a:lnL>
                    <a:lnR w="0" cap="flat" cmpd="sng" algn="ctr">
                      <a:noFill/>
                    </a:lnR>
                    <a:lnT w="9525" cap="flat" cmpd="sng" algn="ctr">
                      <a:solidFill>
                        <a:srgbClr val="DDD4C4"/>
                      </a:solidFill>
                      <a:prstDash val="solid"/>
                      <a:round/>
                      <a:headEnd type="none" w="med" len="med"/>
                      <a:tailEnd type="none" w="med" len="med"/>
                    </a:lnT>
                    <a:lnB w="9525" cap="flat" cmpd="sng" algn="ctr">
                      <a:solidFill>
                        <a:srgbClr val="DDD4C4"/>
                      </a:solidFill>
                      <a:prstDash val="solid"/>
                      <a:round/>
                      <a:headEnd type="none" w="med" len="med"/>
                      <a:tailEnd type="none" w="med" len="med"/>
                    </a:lnB>
                  </a:tcPr>
                </a:tc>
                <a:tc>
                  <a:txBody>
                    <a:bodyPr/>
                    <a:lstStyle/>
                    <a:p>
                      <a:pPr marL="0" indent="0">
                        <a:buNone/>
                      </a:pPr>
                      <a:r>
                        <a:rPr lang="en-US" sz="1400" b="1" dirty="0">
                          <a:solidFill>
                            <a:srgbClr val="8F4519"/>
                          </a:solidFill>
                          <a:latin typeface="Calibri" pitchFamily="34" charset="0"/>
                          <a:ea typeface="Calibri" pitchFamily="34" charset="-122"/>
                          <a:cs typeface="Calibri" pitchFamily="34" charset="-120"/>
                        </a:rPr>
                        <a:t>Acts 20:7; 2 Tim. 4:2</a:t>
                      </a:r>
                      <a:endParaRPr lang="en-US" sz="1400" dirty="0">
                        <a:latin typeface="Calibri" charset="0"/>
                        <a:ea typeface="Calibri" charset="0"/>
                        <a:cs typeface="Calibri" charset="0"/>
                      </a:endParaRPr>
                    </a:p>
                  </a:txBody>
                  <a:tcPr marL="0" marR="137160" marT="0" marB="0" anchor="ctr">
                    <a:lnL w="0" cap="flat" cmpd="sng" algn="ctr">
                      <a:noFill/>
                    </a:lnL>
                    <a:lnR w="0" cap="flat" cmpd="sng" algn="ctr">
                      <a:noFill/>
                    </a:lnR>
                    <a:lnT w="9525" cap="flat" cmpd="sng" algn="ctr">
                      <a:solidFill>
                        <a:srgbClr val="DDD4C4"/>
                      </a:solidFill>
                      <a:prstDash val="solid"/>
                      <a:round/>
                      <a:headEnd type="none" w="med" len="med"/>
                      <a:tailEnd type="none" w="med" len="med"/>
                    </a:lnT>
                    <a:lnB w="9525" cap="flat" cmpd="sng" algn="ctr">
                      <a:solidFill>
                        <a:srgbClr val="DDD4C4"/>
                      </a:solidFill>
                      <a:prstDash val="solid"/>
                      <a:round/>
                      <a:headEnd type="none" w="med" len="med"/>
                      <a:tailEnd type="none" w="med" len="med"/>
                    </a:lnB>
                  </a:tcPr>
                </a:tc>
                <a:extLst>
                  <a:ext uri="{0D108BD9-81ED-4DB2-BD59-A6C34878D82A}">
                    <a16:rowId xmlns:a16="http://schemas.microsoft.com/office/drawing/2014/main" val="10004"/>
                  </a:ext>
                </a:extLst>
              </a:tr>
              <a:tr h="530352">
                <a:tc>
                  <a:txBody>
                    <a:bodyPr/>
                    <a:lstStyle/>
                    <a:p>
                      <a:pPr marL="0" indent="0">
                        <a:buNone/>
                      </a:pPr>
                      <a:r>
                        <a:rPr lang="en-US" sz="1600" b="1" dirty="0">
                          <a:solidFill>
                            <a:srgbClr val="22201C"/>
                          </a:solidFill>
                          <a:latin typeface="Calibri" pitchFamily="34" charset="0"/>
                          <a:ea typeface="Calibri" pitchFamily="34" charset="-122"/>
                          <a:cs typeface="Calibri" pitchFamily="34" charset="-120"/>
                        </a:rPr>
                        <a:t>Giving</a:t>
                      </a:r>
                      <a:endParaRPr lang="en-US" sz="1600" dirty="0">
                        <a:latin typeface="Calibri" charset="0"/>
                        <a:ea typeface="Calibri" charset="0"/>
                        <a:cs typeface="Calibri" charset="0"/>
                      </a:endParaRPr>
                    </a:p>
                  </a:txBody>
                  <a:tcPr marL="0" marR="137160" marT="0" marB="0" anchor="ctr">
                    <a:lnL w="0" cap="flat" cmpd="sng" algn="ctr">
                      <a:noFill/>
                    </a:lnL>
                    <a:lnR w="0" cap="flat" cmpd="sng" algn="ctr">
                      <a:noFill/>
                    </a:lnR>
                    <a:lnT w="9525" cap="flat" cmpd="sng" algn="ctr">
                      <a:solidFill>
                        <a:srgbClr val="DDD4C4"/>
                      </a:solidFill>
                      <a:prstDash val="solid"/>
                      <a:round/>
                      <a:headEnd type="none" w="med" len="med"/>
                      <a:tailEnd type="none" w="med" len="med"/>
                    </a:lnT>
                    <a:lnB w="9525" cap="flat" cmpd="sng" algn="ctr">
                      <a:solidFill>
                        <a:srgbClr val="DDD4C4"/>
                      </a:solidFill>
                      <a:prstDash val="solid"/>
                      <a:round/>
                      <a:headEnd type="none" w="med" len="med"/>
                      <a:tailEnd type="none" w="med" len="med"/>
                    </a:lnB>
                  </a:tcPr>
                </a:tc>
                <a:tc>
                  <a:txBody>
                    <a:bodyPr/>
                    <a:lstStyle/>
                    <a:p>
                      <a:pPr marL="0" indent="0">
                        <a:buNone/>
                      </a:pPr>
                      <a:r>
                        <a:rPr lang="en-US" sz="1600" dirty="0">
                          <a:solidFill>
                            <a:srgbClr val="5C574F"/>
                          </a:solidFill>
                          <a:latin typeface="Calibri" pitchFamily="34" charset="0"/>
                          <a:ea typeface="Calibri" pitchFamily="34" charset="-122"/>
                          <a:cs typeface="Calibri" pitchFamily="34" charset="-120"/>
                        </a:rPr>
                        <a:t>Laying by in store as prospered</a:t>
                      </a:r>
                      <a:endParaRPr lang="en-US" sz="1600" dirty="0">
                        <a:latin typeface="Calibri" charset="0"/>
                        <a:ea typeface="Calibri" charset="0"/>
                        <a:cs typeface="Calibri" charset="0"/>
                      </a:endParaRPr>
                    </a:p>
                  </a:txBody>
                  <a:tcPr marL="0" marR="137160" marT="0" marB="0" anchor="ctr">
                    <a:lnL w="0" cap="flat" cmpd="sng" algn="ctr">
                      <a:noFill/>
                    </a:lnL>
                    <a:lnR w="0" cap="flat" cmpd="sng" algn="ctr">
                      <a:noFill/>
                    </a:lnR>
                    <a:lnT w="9525" cap="flat" cmpd="sng" algn="ctr">
                      <a:solidFill>
                        <a:srgbClr val="DDD4C4"/>
                      </a:solidFill>
                      <a:prstDash val="solid"/>
                      <a:round/>
                      <a:headEnd type="none" w="med" len="med"/>
                      <a:tailEnd type="none" w="med" len="med"/>
                    </a:lnT>
                    <a:lnB w="9525" cap="flat" cmpd="sng" algn="ctr">
                      <a:solidFill>
                        <a:srgbClr val="DDD4C4"/>
                      </a:solidFill>
                      <a:prstDash val="solid"/>
                      <a:round/>
                      <a:headEnd type="none" w="med" len="med"/>
                      <a:tailEnd type="none" w="med" len="med"/>
                    </a:lnB>
                  </a:tcPr>
                </a:tc>
                <a:tc>
                  <a:txBody>
                    <a:bodyPr/>
                    <a:lstStyle/>
                    <a:p>
                      <a:pPr marL="0" indent="0">
                        <a:buNone/>
                      </a:pPr>
                      <a:r>
                        <a:rPr lang="en-US" sz="1400" b="1" dirty="0">
                          <a:solidFill>
                            <a:srgbClr val="8F4519"/>
                          </a:solidFill>
                          <a:latin typeface="Calibri" pitchFamily="34" charset="0"/>
                          <a:ea typeface="Calibri" pitchFamily="34" charset="-122"/>
                          <a:cs typeface="Calibri" pitchFamily="34" charset="-120"/>
                        </a:rPr>
                        <a:t>1 Cor. 16:1–2; 2 Cor. 9:7</a:t>
                      </a:r>
                      <a:endParaRPr lang="en-US" sz="1400" dirty="0">
                        <a:latin typeface="Calibri" charset="0"/>
                        <a:ea typeface="Calibri" charset="0"/>
                        <a:cs typeface="Calibri" charset="0"/>
                      </a:endParaRPr>
                    </a:p>
                  </a:txBody>
                  <a:tcPr marL="0" marR="137160" marT="0" marB="0" anchor="ctr">
                    <a:lnL w="0" cap="flat" cmpd="sng" algn="ctr">
                      <a:noFill/>
                    </a:lnL>
                    <a:lnR w="0" cap="flat" cmpd="sng" algn="ctr">
                      <a:noFill/>
                    </a:lnR>
                    <a:lnT w="9525" cap="flat" cmpd="sng" algn="ctr">
                      <a:solidFill>
                        <a:srgbClr val="DDD4C4"/>
                      </a:solidFill>
                      <a:prstDash val="solid"/>
                      <a:round/>
                      <a:headEnd type="none" w="med" len="med"/>
                      <a:tailEnd type="none" w="med" len="med"/>
                    </a:lnT>
                    <a:lnB w="9525" cap="flat" cmpd="sng" algn="ctr">
                      <a:solidFill>
                        <a:srgbClr val="DDD4C4"/>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6F2EA"/>
        </a:solidFill>
        <a:effectLst/>
      </p:bgPr>
    </p:bg>
    <p:spTree>
      <p:nvGrpSpPr>
        <p:cNvPr id="1" name=""/>
        <p:cNvGrpSpPr/>
        <p:nvPr/>
      </p:nvGrpSpPr>
      <p:grpSpPr>
        <a:xfrm>
          <a:off x="0" y="0"/>
          <a:ext cx="0" cy="0"/>
          <a:chOff x="0" y="0"/>
          <a:chExt cx="0" cy="0"/>
        </a:xfrm>
      </p:grpSpPr>
      <p:sp>
        <p:nvSpPr>
          <p:cNvPr id="2" name="Text 0"/>
          <p:cNvSpPr/>
          <p:nvPr/>
        </p:nvSpPr>
        <p:spPr>
          <a:xfrm>
            <a:off x="685800" y="502920"/>
            <a:ext cx="10820095" cy="274320"/>
          </a:xfrm>
          <a:prstGeom prst="rect">
            <a:avLst/>
          </a:prstGeom>
          <a:noFill/>
          <a:ln/>
        </p:spPr>
        <p:txBody>
          <a:bodyPr wrap="square" lIns="0" tIns="0" rIns="0" bIns="0" rtlCol="0" anchor="ctr"/>
          <a:lstStyle/>
          <a:p>
            <a:pPr marL="0" indent="0">
              <a:buNone/>
            </a:pPr>
            <a:r>
              <a:rPr lang="en-US" sz="1200" b="1" kern="0" spc="300" dirty="0">
                <a:solidFill>
                  <a:srgbClr val="8F4519"/>
                </a:solidFill>
                <a:latin typeface="Calibri" pitchFamily="34" charset="0"/>
                <a:ea typeface="Calibri" pitchFamily="34" charset="-122"/>
                <a:cs typeface="Calibri" pitchFamily="34" charset="-120"/>
              </a:rPr>
              <a:t>END OF LESSON 2 · CHECK YOURSELF</a:t>
            </a:r>
            <a:endParaRPr lang="en-US" sz="1200" dirty="0"/>
          </a:p>
        </p:txBody>
      </p:sp>
      <p:sp>
        <p:nvSpPr>
          <p:cNvPr id="3" name="Text 1"/>
          <p:cNvSpPr/>
          <p:nvPr/>
        </p:nvSpPr>
        <p:spPr>
          <a:xfrm>
            <a:off x="685800" y="822960"/>
            <a:ext cx="10820095" cy="777240"/>
          </a:xfrm>
          <a:prstGeom prst="rect">
            <a:avLst/>
          </a:prstGeom>
          <a:noFill/>
          <a:ln/>
        </p:spPr>
        <p:txBody>
          <a:bodyPr wrap="square" lIns="0" tIns="0" rIns="0" bIns="0" rtlCol="0" anchor="t"/>
          <a:lstStyle/>
          <a:p>
            <a:pPr marL="0" indent="0">
              <a:buNone/>
            </a:pPr>
            <a:r>
              <a:rPr lang="en-US" sz="3400" b="1" dirty="0">
                <a:solidFill>
                  <a:srgbClr val="22201C"/>
                </a:solidFill>
                <a:latin typeface="Georgia" pitchFamily="34" charset="0"/>
                <a:ea typeface="Georgia" pitchFamily="34" charset="-122"/>
                <a:cs typeface="Georgia" pitchFamily="34" charset="-120"/>
              </a:rPr>
              <a:t>Answer from your Bible</a:t>
            </a:r>
            <a:endParaRPr lang="en-US" sz="3400" dirty="0"/>
          </a:p>
        </p:txBody>
      </p:sp>
      <p:sp>
        <p:nvSpPr>
          <p:cNvPr id="4" name="Text 2"/>
          <p:cNvSpPr/>
          <p:nvPr/>
        </p:nvSpPr>
        <p:spPr>
          <a:xfrm>
            <a:off x="685800" y="6400800"/>
            <a:ext cx="5486400" cy="274320"/>
          </a:xfrm>
          <a:prstGeom prst="rect">
            <a:avLst/>
          </a:prstGeom>
          <a:noFill/>
          <a:ln/>
        </p:spPr>
        <p:txBody>
          <a:bodyPr wrap="square" lIns="0" tIns="0" rIns="0" bIns="0" rtlCol="0" anchor="ctr"/>
          <a:lstStyle/>
          <a:p>
            <a:pPr marL="0" indent="0">
              <a:buNone/>
            </a:pPr>
            <a:r>
              <a:rPr lang="en-US" sz="1000" dirty="0">
                <a:solidFill>
                  <a:srgbClr val="5C574F"/>
                </a:solidFill>
                <a:latin typeface="Calibri" pitchFamily="34" charset="0"/>
                <a:ea typeface="Calibri" pitchFamily="34" charset="-122"/>
                <a:cs typeface="Calibri" pitchFamily="34" charset="-120"/>
              </a:rPr>
              <a:t>Welcome to the Family of God</a:t>
            </a:r>
            <a:endParaRPr lang="en-US" sz="1000" dirty="0"/>
          </a:p>
        </p:txBody>
      </p:sp>
      <p:sp>
        <p:nvSpPr>
          <p:cNvPr id="5" name="Text 3"/>
          <p:cNvSpPr/>
          <p:nvPr/>
        </p:nvSpPr>
        <p:spPr>
          <a:xfrm>
            <a:off x="10591495" y="6400800"/>
            <a:ext cx="914400" cy="274320"/>
          </a:xfrm>
          <a:prstGeom prst="rect">
            <a:avLst/>
          </a:prstGeom>
          <a:noFill/>
          <a:ln/>
        </p:spPr>
        <p:txBody>
          <a:bodyPr wrap="square" lIns="0" tIns="0" rIns="0" bIns="0" rtlCol="0" anchor="ctr"/>
          <a:lstStyle/>
          <a:p>
            <a:pPr marL="0" indent="0" algn="r">
              <a:buNone/>
            </a:pPr>
            <a:r>
              <a:rPr lang="en-US" sz="1000" dirty="0">
                <a:solidFill>
                  <a:srgbClr val="5C574F"/>
                </a:solidFill>
                <a:latin typeface="Calibri" pitchFamily="34" charset="0"/>
                <a:ea typeface="Calibri" pitchFamily="34" charset="-122"/>
                <a:cs typeface="Calibri" pitchFamily="34" charset="-120"/>
              </a:rPr>
              <a:t>24</a:t>
            </a:r>
            <a:endParaRPr lang="en-US" sz="1000" dirty="0"/>
          </a:p>
        </p:txBody>
      </p:sp>
      <p:sp>
        <p:nvSpPr>
          <p:cNvPr id="6" name="Shape 4"/>
          <p:cNvSpPr/>
          <p:nvPr/>
        </p:nvSpPr>
        <p:spPr>
          <a:xfrm>
            <a:off x="685800" y="1783080"/>
            <a:ext cx="5272888" cy="0"/>
          </a:xfrm>
          <a:prstGeom prst="line">
            <a:avLst/>
          </a:prstGeom>
          <a:noFill/>
          <a:ln w="12700">
            <a:solidFill>
              <a:srgbClr val="DDD4C4"/>
            </a:solidFill>
            <a:prstDash val="solid"/>
          </a:ln>
        </p:spPr>
        <p:txBody>
          <a:bodyPr/>
          <a:lstStyle/>
          <a:p>
            <a:endParaRPr lang="en-US"/>
          </a:p>
        </p:txBody>
      </p:sp>
      <p:sp>
        <p:nvSpPr>
          <p:cNvPr id="7" name="Text 5"/>
          <p:cNvSpPr/>
          <p:nvPr/>
        </p:nvSpPr>
        <p:spPr>
          <a:xfrm>
            <a:off x="685800" y="1965960"/>
            <a:ext cx="457200" cy="502920"/>
          </a:xfrm>
          <a:prstGeom prst="rect">
            <a:avLst/>
          </a:prstGeom>
          <a:noFill/>
          <a:ln/>
        </p:spPr>
        <p:txBody>
          <a:bodyPr wrap="square" lIns="0" tIns="0" rIns="0" bIns="0" rtlCol="0" anchor="t"/>
          <a:lstStyle/>
          <a:p>
            <a:pPr marL="0" indent="0">
              <a:buNone/>
            </a:pPr>
            <a:r>
              <a:rPr lang="en-US" sz="2800" b="1" dirty="0">
                <a:solidFill>
                  <a:srgbClr val="8F4519"/>
                </a:solidFill>
                <a:latin typeface="Georgia" pitchFamily="34" charset="0"/>
                <a:ea typeface="Georgia" pitchFamily="34" charset="-122"/>
                <a:cs typeface="Georgia" pitchFamily="34" charset="-120"/>
              </a:rPr>
              <a:t>1</a:t>
            </a:r>
            <a:endParaRPr lang="en-US" sz="2800" dirty="0"/>
          </a:p>
        </p:txBody>
      </p:sp>
      <p:sp>
        <p:nvSpPr>
          <p:cNvPr id="8" name="Text 6"/>
          <p:cNvSpPr/>
          <p:nvPr/>
        </p:nvSpPr>
        <p:spPr>
          <a:xfrm>
            <a:off x="1234440" y="2002536"/>
            <a:ext cx="4724248" cy="594360"/>
          </a:xfrm>
          <a:prstGeom prst="rect">
            <a:avLst/>
          </a:prstGeom>
          <a:noFill/>
          <a:ln/>
        </p:spPr>
        <p:txBody>
          <a:bodyPr wrap="square" lIns="0" tIns="0" rIns="0" bIns="0" rtlCol="0" anchor="t"/>
          <a:lstStyle/>
          <a:p>
            <a:pPr marL="0" indent="0">
              <a:buNone/>
            </a:pPr>
            <a:r>
              <a:rPr lang="en-US" sz="1700" b="1" dirty="0">
                <a:solidFill>
                  <a:srgbClr val="22201C"/>
                </a:solidFill>
                <a:latin typeface="Calibri" pitchFamily="34" charset="0"/>
                <a:ea typeface="Calibri" pitchFamily="34" charset="-122"/>
                <a:cs typeface="Calibri" pitchFamily="34" charset="-120"/>
              </a:rPr>
              <a:t>Where did the Bible come from: men or God?</a:t>
            </a:r>
            <a:endParaRPr lang="en-US" sz="1700" dirty="0"/>
          </a:p>
        </p:txBody>
      </p:sp>
      <p:sp>
        <p:nvSpPr>
          <p:cNvPr id="9" name="Text 7"/>
          <p:cNvSpPr/>
          <p:nvPr/>
        </p:nvSpPr>
        <p:spPr>
          <a:xfrm>
            <a:off x="1234440" y="2624328"/>
            <a:ext cx="4724248" cy="274320"/>
          </a:xfrm>
          <a:prstGeom prst="rect">
            <a:avLst/>
          </a:prstGeom>
          <a:noFill/>
          <a:ln/>
        </p:spPr>
        <p:txBody>
          <a:bodyPr wrap="square" lIns="0" tIns="0" rIns="0" bIns="0" rtlCol="0" anchor="ctr"/>
          <a:lstStyle/>
          <a:p>
            <a:pPr marL="0" indent="0">
              <a:buNone/>
            </a:pPr>
            <a:r>
              <a:rPr lang="en-US" sz="1400" b="1" dirty="0">
                <a:solidFill>
                  <a:srgbClr val="8F4519"/>
                </a:solidFill>
                <a:latin typeface="Calibri" pitchFamily="34" charset="0"/>
                <a:ea typeface="Calibri" pitchFamily="34" charset="-122"/>
                <a:cs typeface="Calibri" pitchFamily="34" charset="-120"/>
              </a:rPr>
              <a:t>Read: 2 Peter 1:20–21</a:t>
            </a:r>
            <a:endParaRPr lang="en-US" sz="1400" dirty="0"/>
          </a:p>
        </p:txBody>
      </p:sp>
      <p:sp>
        <p:nvSpPr>
          <p:cNvPr id="10" name="Shape 8"/>
          <p:cNvSpPr/>
          <p:nvPr/>
        </p:nvSpPr>
        <p:spPr>
          <a:xfrm>
            <a:off x="1234440" y="3200400"/>
            <a:ext cx="4724248" cy="0"/>
          </a:xfrm>
          <a:prstGeom prst="line">
            <a:avLst/>
          </a:prstGeom>
          <a:noFill/>
          <a:ln w="12700">
            <a:solidFill>
              <a:srgbClr val="DDD4C4"/>
            </a:solidFill>
            <a:prstDash val="dash"/>
          </a:ln>
        </p:spPr>
        <p:txBody>
          <a:bodyPr/>
          <a:lstStyle/>
          <a:p>
            <a:endParaRPr lang="en-US"/>
          </a:p>
        </p:txBody>
      </p:sp>
      <p:sp>
        <p:nvSpPr>
          <p:cNvPr id="11" name="Shape 9"/>
          <p:cNvSpPr/>
          <p:nvPr/>
        </p:nvSpPr>
        <p:spPr>
          <a:xfrm>
            <a:off x="6233008" y="1783080"/>
            <a:ext cx="5272888" cy="0"/>
          </a:xfrm>
          <a:prstGeom prst="line">
            <a:avLst/>
          </a:prstGeom>
          <a:noFill/>
          <a:ln w="12700">
            <a:solidFill>
              <a:srgbClr val="DDD4C4"/>
            </a:solidFill>
            <a:prstDash val="solid"/>
          </a:ln>
        </p:spPr>
        <p:txBody>
          <a:bodyPr/>
          <a:lstStyle/>
          <a:p>
            <a:endParaRPr lang="en-US"/>
          </a:p>
        </p:txBody>
      </p:sp>
      <p:sp>
        <p:nvSpPr>
          <p:cNvPr id="12" name="Text 10"/>
          <p:cNvSpPr/>
          <p:nvPr/>
        </p:nvSpPr>
        <p:spPr>
          <a:xfrm>
            <a:off x="6233008" y="1965960"/>
            <a:ext cx="457200" cy="502920"/>
          </a:xfrm>
          <a:prstGeom prst="rect">
            <a:avLst/>
          </a:prstGeom>
          <a:noFill/>
          <a:ln/>
        </p:spPr>
        <p:txBody>
          <a:bodyPr wrap="square" lIns="0" tIns="0" rIns="0" bIns="0" rtlCol="0" anchor="t"/>
          <a:lstStyle/>
          <a:p>
            <a:pPr marL="0" indent="0">
              <a:buNone/>
            </a:pPr>
            <a:r>
              <a:rPr lang="en-US" sz="2800" b="1" dirty="0">
                <a:solidFill>
                  <a:srgbClr val="8F4519"/>
                </a:solidFill>
                <a:latin typeface="Georgia" pitchFamily="34" charset="0"/>
                <a:ea typeface="Georgia" pitchFamily="34" charset="-122"/>
                <a:cs typeface="Georgia" pitchFamily="34" charset="-120"/>
              </a:rPr>
              <a:t>2</a:t>
            </a:r>
            <a:endParaRPr lang="en-US" sz="2800" dirty="0"/>
          </a:p>
        </p:txBody>
      </p:sp>
      <p:sp>
        <p:nvSpPr>
          <p:cNvPr id="13" name="Text 11"/>
          <p:cNvSpPr/>
          <p:nvPr/>
        </p:nvSpPr>
        <p:spPr>
          <a:xfrm>
            <a:off x="6781648" y="2002536"/>
            <a:ext cx="4724248" cy="594360"/>
          </a:xfrm>
          <a:prstGeom prst="rect">
            <a:avLst/>
          </a:prstGeom>
          <a:noFill/>
          <a:ln/>
        </p:spPr>
        <p:txBody>
          <a:bodyPr wrap="square" lIns="0" tIns="0" rIns="0" bIns="0" rtlCol="0" anchor="t"/>
          <a:lstStyle/>
          <a:p>
            <a:pPr marL="0" indent="0">
              <a:buNone/>
            </a:pPr>
            <a:r>
              <a:rPr lang="en-US" sz="1700" b="1" dirty="0">
                <a:solidFill>
                  <a:srgbClr val="22201C"/>
                </a:solidFill>
                <a:latin typeface="Calibri" pitchFamily="34" charset="0"/>
                <a:ea typeface="Calibri" pitchFamily="34" charset="-122"/>
                <a:cs typeface="Calibri" pitchFamily="34" charset="-120"/>
              </a:rPr>
              <a:t>What does God’s silence teach us?</a:t>
            </a:r>
            <a:endParaRPr lang="en-US" sz="1700" dirty="0"/>
          </a:p>
        </p:txBody>
      </p:sp>
      <p:sp>
        <p:nvSpPr>
          <p:cNvPr id="14" name="Text 12"/>
          <p:cNvSpPr/>
          <p:nvPr/>
        </p:nvSpPr>
        <p:spPr>
          <a:xfrm>
            <a:off x="6781648" y="2624328"/>
            <a:ext cx="4724248" cy="274320"/>
          </a:xfrm>
          <a:prstGeom prst="rect">
            <a:avLst/>
          </a:prstGeom>
          <a:noFill/>
          <a:ln/>
        </p:spPr>
        <p:txBody>
          <a:bodyPr wrap="square" lIns="0" tIns="0" rIns="0" bIns="0" rtlCol="0" anchor="ctr"/>
          <a:lstStyle/>
          <a:p>
            <a:pPr marL="0" indent="0">
              <a:buNone/>
            </a:pPr>
            <a:r>
              <a:rPr lang="en-US" sz="1400" b="1" dirty="0">
                <a:solidFill>
                  <a:srgbClr val="8F4519"/>
                </a:solidFill>
                <a:latin typeface="Calibri" pitchFamily="34" charset="0"/>
                <a:ea typeface="Calibri" pitchFamily="34" charset="-122"/>
                <a:cs typeface="Calibri" pitchFamily="34" charset="-120"/>
              </a:rPr>
              <a:t>Read: Hebrews 7:14</a:t>
            </a:r>
            <a:endParaRPr lang="en-US" sz="1400" dirty="0"/>
          </a:p>
        </p:txBody>
      </p:sp>
      <p:sp>
        <p:nvSpPr>
          <p:cNvPr id="15" name="Shape 13"/>
          <p:cNvSpPr/>
          <p:nvPr/>
        </p:nvSpPr>
        <p:spPr>
          <a:xfrm>
            <a:off x="6781648" y="3200400"/>
            <a:ext cx="4724248" cy="0"/>
          </a:xfrm>
          <a:prstGeom prst="line">
            <a:avLst/>
          </a:prstGeom>
          <a:noFill/>
          <a:ln w="12700">
            <a:solidFill>
              <a:srgbClr val="DDD4C4"/>
            </a:solidFill>
            <a:prstDash val="dash"/>
          </a:ln>
        </p:spPr>
        <p:txBody>
          <a:bodyPr/>
          <a:lstStyle/>
          <a:p>
            <a:endParaRPr lang="en-US"/>
          </a:p>
        </p:txBody>
      </p:sp>
      <p:sp>
        <p:nvSpPr>
          <p:cNvPr id="16" name="Shape 14"/>
          <p:cNvSpPr/>
          <p:nvPr/>
        </p:nvSpPr>
        <p:spPr>
          <a:xfrm>
            <a:off x="685800" y="3703320"/>
            <a:ext cx="5272888" cy="0"/>
          </a:xfrm>
          <a:prstGeom prst="line">
            <a:avLst/>
          </a:prstGeom>
          <a:noFill/>
          <a:ln w="12700">
            <a:solidFill>
              <a:srgbClr val="DDD4C4"/>
            </a:solidFill>
            <a:prstDash val="solid"/>
          </a:ln>
        </p:spPr>
        <p:txBody>
          <a:bodyPr/>
          <a:lstStyle/>
          <a:p>
            <a:endParaRPr lang="en-US"/>
          </a:p>
        </p:txBody>
      </p:sp>
      <p:sp>
        <p:nvSpPr>
          <p:cNvPr id="17" name="Text 15"/>
          <p:cNvSpPr/>
          <p:nvPr/>
        </p:nvSpPr>
        <p:spPr>
          <a:xfrm>
            <a:off x="685800" y="3886200"/>
            <a:ext cx="457200" cy="502920"/>
          </a:xfrm>
          <a:prstGeom prst="rect">
            <a:avLst/>
          </a:prstGeom>
          <a:noFill/>
          <a:ln/>
        </p:spPr>
        <p:txBody>
          <a:bodyPr wrap="square" lIns="0" tIns="0" rIns="0" bIns="0" rtlCol="0" anchor="t"/>
          <a:lstStyle/>
          <a:p>
            <a:pPr marL="0" indent="0">
              <a:buNone/>
            </a:pPr>
            <a:r>
              <a:rPr lang="en-US" sz="2800" b="1" dirty="0">
                <a:solidFill>
                  <a:srgbClr val="8F4519"/>
                </a:solidFill>
                <a:latin typeface="Georgia" pitchFamily="34" charset="0"/>
                <a:ea typeface="Georgia" pitchFamily="34" charset="-122"/>
                <a:cs typeface="Georgia" pitchFamily="34" charset="-120"/>
              </a:rPr>
              <a:t>3</a:t>
            </a:r>
            <a:endParaRPr lang="en-US" sz="2800" dirty="0"/>
          </a:p>
        </p:txBody>
      </p:sp>
      <p:sp>
        <p:nvSpPr>
          <p:cNvPr id="18" name="Text 16"/>
          <p:cNvSpPr/>
          <p:nvPr/>
        </p:nvSpPr>
        <p:spPr>
          <a:xfrm>
            <a:off x="1234440" y="3922776"/>
            <a:ext cx="4724248" cy="594360"/>
          </a:xfrm>
          <a:prstGeom prst="rect">
            <a:avLst/>
          </a:prstGeom>
          <a:noFill/>
          <a:ln/>
        </p:spPr>
        <p:txBody>
          <a:bodyPr wrap="square" lIns="0" tIns="0" rIns="0" bIns="0" rtlCol="0" anchor="t"/>
          <a:lstStyle/>
          <a:p>
            <a:pPr marL="0" indent="0">
              <a:buNone/>
            </a:pPr>
            <a:r>
              <a:rPr lang="en-US" sz="1700" b="1" dirty="0">
                <a:solidFill>
                  <a:srgbClr val="22201C"/>
                </a:solidFill>
                <a:latin typeface="Calibri" pitchFamily="34" charset="0"/>
                <a:ea typeface="Calibri" pitchFamily="34" charset="-122"/>
                <a:cs typeface="Calibri" pitchFamily="34" charset="-120"/>
              </a:rPr>
              <a:t>What does the church do every first day of the week?</a:t>
            </a:r>
            <a:endParaRPr lang="en-US" sz="1700" dirty="0"/>
          </a:p>
        </p:txBody>
      </p:sp>
      <p:sp>
        <p:nvSpPr>
          <p:cNvPr id="19" name="Text 17"/>
          <p:cNvSpPr/>
          <p:nvPr/>
        </p:nvSpPr>
        <p:spPr>
          <a:xfrm>
            <a:off x="1234440" y="4544568"/>
            <a:ext cx="4724248" cy="274320"/>
          </a:xfrm>
          <a:prstGeom prst="rect">
            <a:avLst/>
          </a:prstGeom>
          <a:noFill/>
          <a:ln/>
        </p:spPr>
        <p:txBody>
          <a:bodyPr wrap="square" lIns="0" tIns="0" rIns="0" bIns="0" rtlCol="0" anchor="ctr"/>
          <a:lstStyle/>
          <a:p>
            <a:pPr marL="0" indent="0">
              <a:buNone/>
            </a:pPr>
            <a:r>
              <a:rPr lang="en-US" sz="1400" b="1" dirty="0">
                <a:solidFill>
                  <a:srgbClr val="8F4519"/>
                </a:solidFill>
                <a:latin typeface="Calibri" pitchFamily="34" charset="0"/>
                <a:ea typeface="Calibri" pitchFamily="34" charset="-122"/>
                <a:cs typeface="Calibri" pitchFamily="34" charset="-120"/>
              </a:rPr>
              <a:t>Read: Acts 20:7; Ephesians 5:19</a:t>
            </a:r>
            <a:endParaRPr lang="en-US" sz="1400" dirty="0"/>
          </a:p>
        </p:txBody>
      </p:sp>
      <p:sp>
        <p:nvSpPr>
          <p:cNvPr id="20" name="Shape 18"/>
          <p:cNvSpPr/>
          <p:nvPr/>
        </p:nvSpPr>
        <p:spPr>
          <a:xfrm>
            <a:off x="1234440" y="5120640"/>
            <a:ext cx="4724248" cy="0"/>
          </a:xfrm>
          <a:prstGeom prst="line">
            <a:avLst/>
          </a:prstGeom>
          <a:noFill/>
          <a:ln w="12700">
            <a:solidFill>
              <a:srgbClr val="DDD4C4"/>
            </a:solidFill>
            <a:prstDash val="dash"/>
          </a:ln>
        </p:spPr>
        <p:txBody>
          <a:bodyPr/>
          <a:lstStyle/>
          <a:p>
            <a:endParaRPr lang="en-US"/>
          </a:p>
        </p:txBody>
      </p:sp>
      <p:sp>
        <p:nvSpPr>
          <p:cNvPr id="21" name="Shape 19"/>
          <p:cNvSpPr/>
          <p:nvPr/>
        </p:nvSpPr>
        <p:spPr>
          <a:xfrm>
            <a:off x="6233008" y="3703320"/>
            <a:ext cx="5272888" cy="0"/>
          </a:xfrm>
          <a:prstGeom prst="line">
            <a:avLst/>
          </a:prstGeom>
          <a:noFill/>
          <a:ln w="12700">
            <a:solidFill>
              <a:srgbClr val="DDD4C4"/>
            </a:solidFill>
            <a:prstDash val="solid"/>
          </a:ln>
        </p:spPr>
        <p:txBody>
          <a:bodyPr/>
          <a:lstStyle/>
          <a:p>
            <a:endParaRPr lang="en-US"/>
          </a:p>
        </p:txBody>
      </p:sp>
      <p:sp>
        <p:nvSpPr>
          <p:cNvPr id="22" name="Text 20"/>
          <p:cNvSpPr/>
          <p:nvPr/>
        </p:nvSpPr>
        <p:spPr>
          <a:xfrm>
            <a:off x="6233008" y="3886200"/>
            <a:ext cx="457200" cy="502920"/>
          </a:xfrm>
          <a:prstGeom prst="rect">
            <a:avLst/>
          </a:prstGeom>
          <a:noFill/>
          <a:ln/>
        </p:spPr>
        <p:txBody>
          <a:bodyPr wrap="square" lIns="0" tIns="0" rIns="0" bIns="0" rtlCol="0" anchor="t"/>
          <a:lstStyle/>
          <a:p>
            <a:pPr marL="0" indent="0">
              <a:buNone/>
            </a:pPr>
            <a:r>
              <a:rPr lang="en-US" sz="2800" b="1" dirty="0">
                <a:solidFill>
                  <a:srgbClr val="8F4519"/>
                </a:solidFill>
                <a:latin typeface="Georgia" pitchFamily="34" charset="0"/>
                <a:ea typeface="Georgia" pitchFamily="34" charset="-122"/>
                <a:cs typeface="Georgia" pitchFamily="34" charset="-120"/>
              </a:rPr>
              <a:t>4</a:t>
            </a:r>
            <a:endParaRPr lang="en-US" sz="2800" dirty="0"/>
          </a:p>
        </p:txBody>
      </p:sp>
      <p:sp>
        <p:nvSpPr>
          <p:cNvPr id="23" name="Text 21"/>
          <p:cNvSpPr/>
          <p:nvPr/>
        </p:nvSpPr>
        <p:spPr>
          <a:xfrm>
            <a:off x="6781648" y="3922776"/>
            <a:ext cx="4724248" cy="594360"/>
          </a:xfrm>
          <a:prstGeom prst="rect">
            <a:avLst/>
          </a:prstGeom>
          <a:noFill/>
          <a:ln/>
        </p:spPr>
        <p:txBody>
          <a:bodyPr wrap="square" lIns="0" tIns="0" rIns="0" bIns="0" rtlCol="0" anchor="t"/>
          <a:lstStyle/>
          <a:p>
            <a:pPr marL="0" indent="0">
              <a:buNone/>
            </a:pPr>
            <a:r>
              <a:rPr lang="en-US" sz="1700" b="1" dirty="0">
                <a:solidFill>
                  <a:srgbClr val="22201C"/>
                </a:solidFill>
                <a:latin typeface="Calibri" pitchFamily="34" charset="0"/>
                <a:ea typeface="Calibri" pitchFamily="34" charset="-122"/>
                <a:cs typeface="Calibri" pitchFamily="34" charset="-120"/>
              </a:rPr>
              <a:t>When will you read and pray each day? Write your plan.</a:t>
            </a:r>
            <a:endParaRPr lang="en-US" sz="1700" dirty="0"/>
          </a:p>
        </p:txBody>
      </p:sp>
      <p:sp>
        <p:nvSpPr>
          <p:cNvPr id="24" name="Text 22"/>
          <p:cNvSpPr/>
          <p:nvPr/>
        </p:nvSpPr>
        <p:spPr>
          <a:xfrm>
            <a:off x="6781648" y="4544568"/>
            <a:ext cx="4724248" cy="274320"/>
          </a:xfrm>
          <a:prstGeom prst="rect">
            <a:avLst/>
          </a:prstGeom>
          <a:noFill/>
          <a:ln/>
        </p:spPr>
        <p:txBody>
          <a:bodyPr wrap="square" lIns="0" tIns="0" rIns="0" bIns="0" rtlCol="0" anchor="ctr"/>
          <a:lstStyle/>
          <a:p>
            <a:pPr marL="0" indent="0">
              <a:buNone/>
            </a:pPr>
            <a:r>
              <a:rPr lang="en-US" sz="1400" b="1" dirty="0">
                <a:solidFill>
                  <a:srgbClr val="8F4519"/>
                </a:solidFill>
                <a:latin typeface="Calibri" pitchFamily="34" charset="0"/>
                <a:ea typeface="Calibri" pitchFamily="34" charset="-122"/>
                <a:cs typeface="Calibri" pitchFamily="34" charset="-120"/>
              </a:rPr>
              <a:t>Read: Psalm 55:17</a:t>
            </a:r>
            <a:endParaRPr lang="en-US" sz="1400" dirty="0"/>
          </a:p>
        </p:txBody>
      </p:sp>
      <p:sp>
        <p:nvSpPr>
          <p:cNvPr id="25" name="Shape 23"/>
          <p:cNvSpPr/>
          <p:nvPr/>
        </p:nvSpPr>
        <p:spPr>
          <a:xfrm>
            <a:off x="6781648" y="5120640"/>
            <a:ext cx="4724248" cy="0"/>
          </a:xfrm>
          <a:prstGeom prst="line">
            <a:avLst/>
          </a:prstGeom>
          <a:noFill/>
          <a:ln w="12700">
            <a:solidFill>
              <a:srgbClr val="DDD4C4"/>
            </a:solidFill>
            <a:prstDash val="dash"/>
          </a:ln>
        </p:spPr>
        <p:txBody>
          <a:bodyPr/>
          <a:lstStyle/>
          <a:p>
            <a:endParaRPr lang="en-US"/>
          </a:p>
        </p:txBody>
      </p:sp>
      <p:sp>
        <p:nvSpPr>
          <p:cNvPr id="26" name="Text 24"/>
          <p:cNvSpPr/>
          <p:nvPr/>
        </p:nvSpPr>
        <p:spPr>
          <a:xfrm>
            <a:off x="685800" y="5715000"/>
            <a:ext cx="10820095" cy="365760"/>
          </a:xfrm>
          <a:prstGeom prst="rect">
            <a:avLst/>
          </a:prstGeom>
          <a:noFill/>
          <a:ln/>
        </p:spPr>
        <p:txBody>
          <a:bodyPr wrap="square" lIns="0" tIns="0" rIns="0" bIns="0" rtlCol="0" anchor="ctr"/>
          <a:lstStyle/>
          <a:p>
            <a:pPr marL="0" indent="0">
              <a:buNone/>
            </a:pPr>
            <a:r>
              <a:rPr lang="en-US" sz="1500" i="1" dirty="0">
                <a:solidFill>
                  <a:srgbClr val="5C574F"/>
                </a:solidFill>
                <a:latin typeface="Calibri" pitchFamily="34" charset="0"/>
                <a:ea typeface="Calibri" pitchFamily="34" charset="-122"/>
                <a:cs typeface="Calibri" pitchFamily="34" charset="-120"/>
              </a:rPr>
              <a:t>Write your answers down. Bring any questions to Bro. Sabin Johnson or to Bible class.</a:t>
            </a:r>
            <a:endParaRPr lang="en-US" sz="15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C2826"/>
        </a:solidFill>
        <a:effectLst/>
      </p:bgPr>
    </p:bg>
    <p:spTree>
      <p:nvGrpSpPr>
        <p:cNvPr id="1" name=""/>
        <p:cNvGrpSpPr/>
        <p:nvPr/>
      </p:nvGrpSpPr>
      <p:grpSpPr>
        <a:xfrm>
          <a:off x="0" y="0"/>
          <a:ext cx="0" cy="0"/>
          <a:chOff x="0" y="0"/>
          <a:chExt cx="0" cy="0"/>
        </a:xfrm>
      </p:grpSpPr>
      <p:sp>
        <p:nvSpPr>
          <p:cNvPr id="2" name="Text 0"/>
          <p:cNvSpPr/>
          <p:nvPr/>
        </p:nvSpPr>
        <p:spPr>
          <a:xfrm>
            <a:off x="640080" y="411480"/>
            <a:ext cx="2743200" cy="2651760"/>
          </a:xfrm>
          <a:prstGeom prst="rect">
            <a:avLst/>
          </a:prstGeom>
          <a:noFill/>
          <a:ln/>
        </p:spPr>
        <p:txBody>
          <a:bodyPr wrap="square" lIns="0" tIns="0" rIns="0" bIns="0" rtlCol="0" anchor="t"/>
          <a:lstStyle/>
          <a:p>
            <a:pPr marL="0" indent="0">
              <a:buNone/>
            </a:pPr>
            <a:r>
              <a:rPr lang="en-US" sz="16000" b="1" dirty="0">
                <a:solidFill>
                  <a:srgbClr val="E3A672"/>
                </a:solidFill>
                <a:latin typeface="Georgia" pitchFamily="34" charset="0"/>
                <a:ea typeface="Georgia" pitchFamily="34" charset="-122"/>
                <a:cs typeface="Georgia" pitchFamily="34" charset="-120"/>
              </a:rPr>
              <a:t>3</a:t>
            </a:r>
            <a:endParaRPr lang="en-US" sz="16000" dirty="0"/>
          </a:p>
        </p:txBody>
      </p:sp>
      <p:sp>
        <p:nvSpPr>
          <p:cNvPr id="3" name="Text 1"/>
          <p:cNvSpPr/>
          <p:nvPr/>
        </p:nvSpPr>
        <p:spPr>
          <a:xfrm>
            <a:off x="685800" y="3520440"/>
            <a:ext cx="10820095" cy="274320"/>
          </a:xfrm>
          <a:prstGeom prst="rect">
            <a:avLst/>
          </a:prstGeom>
          <a:noFill/>
          <a:ln/>
        </p:spPr>
        <p:txBody>
          <a:bodyPr wrap="square" lIns="0" tIns="0" rIns="0" bIns="0" rtlCol="0" anchor="ctr"/>
          <a:lstStyle/>
          <a:p>
            <a:pPr marL="0" indent="0">
              <a:buNone/>
            </a:pPr>
            <a:r>
              <a:rPr lang="en-US" sz="1200" b="1" kern="0" spc="300" dirty="0">
                <a:solidFill>
                  <a:srgbClr val="E3A672"/>
                </a:solidFill>
                <a:latin typeface="Calibri" pitchFamily="34" charset="0"/>
                <a:ea typeface="Calibri" pitchFamily="34" charset="-122"/>
                <a:cs typeface="Calibri" pitchFamily="34" charset="-120"/>
              </a:rPr>
              <a:t>LESSON 3 OF 3</a:t>
            </a:r>
            <a:endParaRPr lang="en-US" sz="1200" dirty="0"/>
          </a:p>
        </p:txBody>
      </p:sp>
      <p:sp>
        <p:nvSpPr>
          <p:cNvPr id="4" name="Text 2"/>
          <p:cNvSpPr/>
          <p:nvPr/>
        </p:nvSpPr>
        <p:spPr>
          <a:xfrm>
            <a:off x="685800" y="3840480"/>
            <a:ext cx="6400800" cy="822960"/>
          </a:xfrm>
          <a:prstGeom prst="rect">
            <a:avLst/>
          </a:prstGeom>
          <a:noFill/>
          <a:ln/>
        </p:spPr>
        <p:txBody>
          <a:bodyPr wrap="square" lIns="0" tIns="0" rIns="0" bIns="0" rtlCol="0" anchor="t"/>
          <a:lstStyle/>
          <a:p>
            <a:pPr marL="0" indent="0">
              <a:buNone/>
            </a:pPr>
            <a:r>
              <a:rPr lang="en-US" sz="4000" b="1" dirty="0">
                <a:solidFill>
                  <a:srgbClr val="F3EEE4"/>
                </a:solidFill>
                <a:latin typeface="Georgia" pitchFamily="34" charset="0"/>
                <a:ea typeface="Georgia" pitchFamily="34" charset="-122"/>
                <a:cs typeface="Georgia" pitchFamily="34" charset="-120"/>
              </a:rPr>
              <a:t>A new way of life</a:t>
            </a:r>
            <a:endParaRPr lang="en-US" sz="4000" dirty="0"/>
          </a:p>
        </p:txBody>
      </p:sp>
      <p:sp>
        <p:nvSpPr>
          <p:cNvPr id="5" name="Text 3"/>
          <p:cNvSpPr/>
          <p:nvPr/>
        </p:nvSpPr>
        <p:spPr>
          <a:xfrm>
            <a:off x="685800" y="4800600"/>
            <a:ext cx="5852160" cy="822960"/>
          </a:xfrm>
          <a:prstGeom prst="rect">
            <a:avLst/>
          </a:prstGeom>
          <a:noFill/>
          <a:ln/>
        </p:spPr>
        <p:txBody>
          <a:bodyPr wrap="square" lIns="0" tIns="0" rIns="0" bIns="0" rtlCol="0" anchor="t"/>
          <a:lstStyle/>
          <a:p>
            <a:pPr marL="0" indent="0">
              <a:buNone/>
            </a:pPr>
            <a:r>
              <a:rPr lang="en-US" sz="1800" dirty="0">
                <a:solidFill>
                  <a:srgbClr val="C3CBC8"/>
                </a:solidFill>
                <a:latin typeface="Calibri" pitchFamily="34" charset="0"/>
                <a:ea typeface="Calibri" pitchFamily="34" charset="-122"/>
                <a:cs typeface="Calibri" pitchFamily="34" charset="-120"/>
              </a:rPr>
              <a:t>Living holy, standing firm, serving the body and sharing the good news.</a:t>
            </a:r>
            <a:endParaRPr lang="en-US" sz="1800" dirty="0"/>
          </a:p>
        </p:txBody>
      </p:sp>
      <p:sp>
        <p:nvSpPr>
          <p:cNvPr id="6" name="Text 4"/>
          <p:cNvSpPr/>
          <p:nvPr/>
        </p:nvSpPr>
        <p:spPr>
          <a:xfrm>
            <a:off x="7406640" y="1051560"/>
            <a:ext cx="4114800" cy="274320"/>
          </a:xfrm>
          <a:prstGeom prst="rect">
            <a:avLst/>
          </a:prstGeom>
          <a:noFill/>
          <a:ln/>
        </p:spPr>
        <p:txBody>
          <a:bodyPr wrap="square" lIns="0" tIns="0" rIns="0" bIns="0" rtlCol="0" anchor="ctr"/>
          <a:lstStyle/>
          <a:p>
            <a:pPr marL="0" indent="0">
              <a:buNone/>
            </a:pPr>
            <a:r>
              <a:rPr lang="en-US" sz="1200" b="1" kern="0" spc="300" dirty="0">
                <a:solidFill>
                  <a:srgbClr val="E3A672"/>
                </a:solidFill>
                <a:latin typeface="Calibri" pitchFamily="34" charset="0"/>
                <a:ea typeface="Calibri" pitchFamily="34" charset="-122"/>
                <a:cs typeface="Calibri" pitchFamily="34" charset="-120"/>
              </a:rPr>
              <a:t>IN THIS LESSON</a:t>
            </a:r>
            <a:endParaRPr lang="en-US" sz="1200" dirty="0"/>
          </a:p>
        </p:txBody>
      </p:sp>
      <p:sp>
        <p:nvSpPr>
          <p:cNvPr id="7" name="Shape 5"/>
          <p:cNvSpPr/>
          <p:nvPr/>
        </p:nvSpPr>
        <p:spPr>
          <a:xfrm>
            <a:off x="7406640" y="1508760"/>
            <a:ext cx="4096512" cy="0"/>
          </a:xfrm>
          <a:prstGeom prst="line">
            <a:avLst/>
          </a:prstGeom>
          <a:noFill/>
          <a:ln w="9525">
            <a:solidFill>
              <a:srgbClr val="3A4B4F"/>
            </a:solidFill>
            <a:prstDash val="solid"/>
          </a:ln>
        </p:spPr>
        <p:txBody>
          <a:bodyPr/>
          <a:lstStyle/>
          <a:p>
            <a:endParaRPr lang="en-US"/>
          </a:p>
        </p:txBody>
      </p:sp>
      <p:sp>
        <p:nvSpPr>
          <p:cNvPr id="8" name="Text 6"/>
          <p:cNvSpPr/>
          <p:nvPr/>
        </p:nvSpPr>
        <p:spPr>
          <a:xfrm>
            <a:off x="7406640" y="1508760"/>
            <a:ext cx="4096512" cy="566928"/>
          </a:xfrm>
          <a:prstGeom prst="rect">
            <a:avLst/>
          </a:prstGeom>
          <a:noFill/>
          <a:ln/>
        </p:spPr>
        <p:txBody>
          <a:bodyPr wrap="square" lIns="0" tIns="0" rIns="0" bIns="0" rtlCol="0" anchor="ctr"/>
          <a:lstStyle/>
          <a:p>
            <a:pPr marL="0" indent="0">
              <a:buNone/>
            </a:pPr>
            <a:r>
              <a:rPr lang="en-US" sz="1700" b="1" dirty="0">
                <a:solidFill>
                  <a:srgbClr val="E3A672"/>
                </a:solidFill>
                <a:latin typeface="Calibri" pitchFamily="34" charset="0"/>
                <a:ea typeface="Calibri" pitchFamily="34" charset="-122"/>
                <a:cs typeface="Calibri" pitchFamily="34" charset="-120"/>
              </a:rPr>
              <a:t>01   </a:t>
            </a:r>
            <a:r>
              <a:rPr lang="en-US" sz="1700" dirty="0">
                <a:solidFill>
                  <a:srgbClr val="F3EEE4"/>
                </a:solidFill>
                <a:latin typeface="Calibri" pitchFamily="34" charset="0"/>
                <a:ea typeface="Calibri" pitchFamily="34" charset="-122"/>
                <a:cs typeface="Calibri" pitchFamily="34" charset="-120"/>
              </a:rPr>
              <a:t>Put off the old, put on the new</a:t>
            </a:r>
            <a:endParaRPr lang="en-US" sz="1700" dirty="0"/>
          </a:p>
        </p:txBody>
      </p:sp>
      <p:sp>
        <p:nvSpPr>
          <p:cNvPr id="9" name="Shape 7"/>
          <p:cNvSpPr/>
          <p:nvPr/>
        </p:nvSpPr>
        <p:spPr>
          <a:xfrm>
            <a:off x="7406640" y="2075688"/>
            <a:ext cx="4096512" cy="0"/>
          </a:xfrm>
          <a:prstGeom prst="line">
            <a:avLst/>
          </a:prstGeom>
          <a:noFill/>
          <a:ln w="9525">
            <a:solidFill>
              <a:srgbClr val="3A4B4F"/>
            </a:solidFill>
            <a:prstDash val="solid"/>
          </a:ln>
        </p:spPr>
        <p:txBody>
          <a:bodyPr/>
          <a:lstStyle/>
          <a:p>
            <a:endParaRPr lang="en-US"/>
          </a:p>
        </p:txBody>
      </p:sp>
      <p:sp>
        <p:nvSpPr>
          <p:cNvPr id="10" name="Text 8"/>
          <p:cNvSpPr/>
          <p:nvPr/>
        </p:nvSpPr>
        <p:spPr>
          <a:xfrm>
            <a:off x="7406640" y="2075688"/>
            <a:ext cx="4096512" cy="566928"/>
          </a:xfrm>
          <a:prstGeom prst="rect">
            <a:avLst/>
          </a:prstGeom>
          <a:noFill/>
          <a:ln/>
        </p:spPr>
        <p:txBody>
          <a:bodyPr wrap="square" lIns="0" tIns="0" rIns="0" bIns="0" rtlCol="0" anchor="ctr"/>
          <a:lstStyle/>
          <a:p>
            <a:pPr marL="0" indent="0">
              <a:buNone/>
            </a:pPr>
            <a:r>
              <a:rPr lang="en-US" sz="1700" b="1" dirty="0">
                <a:solidFill>
                  <a:srgbClr val="E3A672"/>
                </a:solidFill>
                <a:latin typeface="Calibri" pitchFamily="34" charset="0"/>
                <a:ea typeface="Calibri" pitchFamily="34" charset="-122"/>
                <a:cs typeface="Calibri" pitchFamily="34" charset="-120"/>
              </a:rPr>
              <a:t>02   </a:t>
            </a:r>
            <a:r>
              <a:rPr lang="en-US" sz="1700" dirty="0">
                <a:solidFill>
                  <a:srgbClr val="F3EEE4"/>
                </a:solidFill>
                <a:latin typeface="Calibri" pitchFamily="34" charset="0"/>
                <a:ea typeface="Calibri" pitchFamily="34" charset="-122"/>
                <a:cs typeface="Calibri" pitchFamily="34" charset="-120"/>
              </a:rPr>
              <a:t>When temptation comes</a:t>
            </a:r>
            <a:endParaRPr lang="en-US" sz="1700" dirty="0"/>
          </a:p>
        </p:txBody>
      </p:sp>
      <p:sp>
        <p:nvSpPr>
          <p:cNvPr id="11" name="Shape 9"/>
          <p:cNvSpPr/>
          <p:nvPr/>
        </p:nvSpPr>
        <p:spPr>
          <a:xfrm>
            <a:off x="7406640" y="2642616"/>
            <a:ext cx="4096512" cy="0"/>
          </a:xfrm>
          <a:prstGeom prst="line">
            <a:avLst/>
          </a:prstGeom>
          <a:noFill/>
          <a:ln w="9525">
            <a:solidFill>
              <a:srgbClr val="3A4B4F"/>
            </a:solidFill>
            <a:prstDash val="solid"/>
          </a:ln>
        </p:spPr>
        <p:txBody>
          <a:bodyPr/>
          <a:lstStyle/>
          <a:p>
            <a:endParaRPr lang="en-US"/>
          </a:p>
        </p:txBody>
      </p:sp>
      <p:sp>
        <p:nvSpPr>
          <p:cNvPr id="12" name="Text 10"/>
          <p:cNvSpPr/>
          <p:nvPr/>
        </p:nvSpPr>
        <p:spPr>
          <a:xfrm>
            <a:off x="7406640" y="2642616"/>
            <a:ext cx="4096512" cy="566928"/>
          </a:xfrm>
          <a:prstGeom prst="rect">
            <a:avLst/>
          </a:prstGeom>
          <a:noFill/>
          <a:ln/>
        </p:spPr>
        <p:txBody>
          <a:bodyPr wrap="square" lIns="0" tIns="0" rIns="0" bIns="0" rtlCol="0" anchor="ctr"/>
          <a:lstStyle/>
          <a:p>
            <a:pPr marL="0" indent="0">
              <a:buNone/>
            </a:pPr>
            <a:r>
              <a:rPr lang="en-US" sz="1700" b="1" dirty="0">
                <a:solidFill>
                  <a:srgbClr val="E3A672"/>
                </a:solidFill>
                <a:latin typeface="Calibri" pitchFamily="34" charset="0"/>
                <a:ea typeface="Calibri" pitchFamily="34" charset="-122"/>
                <a:cs typeface="Calibri" pitchFamily="34" charset="-120"/>
              </a:rPr>
              <a:t>03   </a:t>
            </a:r>
            <a:r>
              <a:rPr lang="en-US" sz="1700" dirty="0">
                <a:solidFill>
                  <a:srgbClr val="F3EEE4"/>
                </a:solidFill>
                <a:latin typeface="Calibri" pitchFamily="34" charset="0"/>
                <a:ea typeface="Calibri" pitchFamily="34" charset="-122"/>
                <a:cs typeface="Calibri" pitchFamily="34" charset="-120"/>
              </a:rPr>
              <a:t>Assurance and faithfulness</a:t>
            </a:r>
            <a:endParaRPr lang="en-US" sz="1700" dirty="0"/>
          </a:p>
        </p:txBody>
      </p:sp>
      <p:sp>
        <p:nvSpPr>
          <p:cNvPr id="13" name="Shape 11"/>
          <p:cNvSpPr/>
          <p:nvPr/>
        </p:nvSpPr>
        <p:spPr>
          <a:xfrm>
            <a:off x="7406640" y="3209544"/>
            <a:ext cx="4096512" cy="0"/>
          </a:xfrm>
          <a:prstGeom prst="line">
            <a:avLst/>
          </a:prstGeom>
          <a:noFill/>
          <a:ln w="9525">
            <a:solidFill>
              <a:srgbClr val="3A4B4F"/>
            </a:solidFill>
            <a:prstDash val="solid"/>
          </a:ln>
        </p:spPr>
        <p:txBody>
          <a:bodyPr/>
          <a:lstStyle/>
          <a:p>
            <a:endParaRPr lang="en-US"/>
          </a:p>
        </p:txBody>
      </p:sp>
      <p:sp>
        <p:nvSpPr>
          <p:cNvPr id="14" name="Text 12"/>
          <p:cNvSpPr/>
          <p:nvPr/>
        </p:nvSpPr>
        <p:spPr>
          <a:xfrm>
            <a:off x="7406640" y="3209544"/>
            <a:ext cx="4096512" cy="566928"/>
          </a:xfrm>
          <a:prstGeom prst="rect">
            <a:avLst/>
          </a:prstGeom>
          <a:noFill/>
          <a:ln/>
        </p:spPr>
        <p:txBody>
          <a:bodyPr wrap="square" lIns="0" tIns="0" rIns="0" bIns="0" rtlCol="0" anchor="ctr"/>
          <a:lstStyle/>
          <a:p>
            <a:pPr marL="0" indent="0">
              <a:buNone/>
            </a:pPr>
            <a:r>
              <a:rPr lang="en-US" sz="1700" b="1" dirty="0">
                <a:solidFill>
                  <a:srgbClr val="E3A672"/>
                </a:solidFill>
                <a:latin typeface="Calibri" pitchFamily="34" charset="0"/>
                <a:ea typeface="Calibri" pitchFamily="34" charset="-122"/>
                <a:cs typeface="Calibri" pitchFamily="34" charset="-120"/>
              </a:rPr>
              <a:t>04   </a:t>
            </a:r>
            <a:r>
              <a:rPr lang="en-US" sz="1700" dirty="0">
                <a:solidFill>
                  <a:srgbClr val="F3EEE4"/>
                </a:solidFill>
                <a:latin typeface="Calibri" pitchFamily="34" charset="0"/>
                <a:ea typeface="Calibri" pitchFamily="34" charset="-122"/>
                <a:cs typeface="Calibri" pitchFamily="34" charset="-120"/>
              </a:rPr>
              <a:t>Answer opposition with love</a:t>
            </a:r>
            <a:endParaRPr lang="en-US" sz="1700" dirty="0"/>
          </a:p>
        </p:txBody>
      </p:sp>
      <p:sp>
        <p:nvSpPr>
          <p:cNvPr id="15" name="Shape 13"/>
          <p:cNvSpPr/>
          <p:nvPr/>
        </p:nvSpPr>
        <p:spPr>
          <a:xfrm>
            <a:off x="7406640" y="3776472"/>
            <a:ext cx="4096512" cy="0"/>
          </a:xfrm>
          <a:prstGeom prst="line">
            <a:avLst/>
          </a:prstGeom>
          <a:noFill/>
          <a:ln w="9525">
            <a:solidFill>
              <a:srgbClr val="3A4B4F"/>
            </a:solidFill>
            <a:prstDash val="solid"/>
          </a:ln>
        </p:spPr>
        <p:txBody>
          <a:bodyPr/>
          <a:lstStyle/>
          <a:p>
            <a:endParaRPr lang="en-US"/>
          </a:p>
        </p:txBody>
      </p:sp>
      <p:sp>
        <p:nvSpPr>
          <p:cNvPr id="16" name="Text 14"/>
          <p:cNvSpPr/>
          <p:nvPr/>
        </p:nvSpPr>
        <p:spPr>
          <a:xfrm>
            <a:off x="7406640" y="3776472"/>
            <a:ext cx="4096512" cy="566928"/>
          </a:xfrm>
          <a:prstGeom prst="rect">
            <a:avLst/>
          </a:prstGeom>
          <a:noFill/>
          <a:ln/>
        </p:spPr>
        <p:txBody>
          <a:bodyPr wrap="square" lIns="0" tIns="0" rIns="0" bIns="0" rtlCol="0" anchor="ctr"/>
          <a:lstStyle/>
          <a:p>
            <a:pPr marL="0" indent="0">
              <a:buNone/>
            </a:pPr>
            <a:r>
              <a:rPr lang="en-US" sz="1700" b="1" dirty="0">
                <a:solidFill>
                  <a:srgbClr val="E3A672"/>
                </a:solidFill>
                <a:latin typeface="Calibri" pitchFamily="34" charset="0"/>
                <a:ea typeface="Calibri" pitchFamily="34" charset="-122"/>
                <a:cs typeface="Calibri" pitchFamily="34" charset="-120"/>
              </a:rPr>
              <a:t>05   </a:t>
            </a:r>
            <a:r>
              <a:rPr lang="en-US" sz="1700" dirty="0">
                <a:solidFill>
                  <a:srgbClr val="F3EEE4"/>
                </a:solidFill>
                <a:latin typeface="Calibri" pitchFamily="34" charset="0"/>
                <a:ea typeface="Calibri" pitchFamily="34" charset="-122"/>
                <a:cs typeface="Calibri" pitchFamily="34" charset="-120"/>
              </a:rPr>
              <a:t>Use what God gave you</a:t>
            </a:r>
            <a:endParaRPr lang="en-US" sz="1700" dirty="0"/>
          </a:p>
        </p:txBody>
      </p:sp>
      <p:sp>
        <p:nvSpPr>
          <p:cNvPr id="17" name="Shape 15"/>
          <p:cNvSpPr/>
          <p:nvPr/>
        </p:nvSpPr>
        <p:spPr>
          <a:xfrm>
            <a:off x="7406640" y="4343400"/>
            <a:ext cx="4096512" cy="0"/>
          </a:xfrm>
          <a:prstGeom prst="line">
            <a:avLst/>
          </a:prstGeom>
          <a:noFill/>
          <a:ln w="9525">
            <a:solidFill>
              <a:srgbClr val="3A4B4F"/>
            </a:solidFill>
            <a:prstDash val="solid"/>
          </a:ln>
        </p:spPr>
        <p:txBody>
          <a:bodyPr/>
          <a:lstStyle/>
          <a:p>
            <a:endParaRPr lang="en-US"/>
          </a:p>
        </p:txBody>
      </p:sp>
      <p:sp>
        <p:nvSpPr>
          <p:cNvPr id="18" name="Text 16"/>
          <p:cNvSpPr/>
          <p:nvPr/>
        </p:nvSpPr>
        <p:spPr>
          <a:xfrm>
            <a:off x="7406640" y="4343400"/>
            <a:ext cx="4096512" cy="566928"/>
          </a:xfrm>
          <a:prstGeom prst="rect">
            <a:avLst/>
          </a:prstGeom>
          <a:noFill/>
          <a:ln/>
        </p:spPr>
        <p:txBody>
          <a:bodyPr wrap="square" lIns="0" tIns="0" rIns="0" bIns="0" rtlCol="0" anchor="ctr"/>
          <a:lstStyle/>
          <a:p>
            <a:pPr marL="0" indent="0">
              <a:buNone/>
            </a:pPr>
            <a:r>
              <a:rPr lang="en-US" sz="1700" b="1" dirty="0">
                <a:solidFill>
                  <a:srgbClr val="E3A672"/>
                </a:solidFill>
                <a:latin typeface="Calibri" pitchFamily="34" charset="0"/>
                <a:ea typeface="Calibri" pitchFamily="34" charset="-122"/>
                <a:cs typeface="Calibri" pitchFamily="34" charset="-120"/>
              </a:rPr>
              <a:t>06   </a:t>
            </a:r>
            <a:r>
              <a:rPr lang="en-US" sz="1700" dirty="0">
                <a:solidFill>
                  <a:srgbClr val="F3EEE4"/>
                </a:solidFill>
                <a:latin typeface="Calibri" pitchFamily="34" charset="0"/>
                <a:ea typeface="Calibri" pitchFamily="34" charset="-122"/>
                <a:cs typeface="Calibri" pitchFamily="34" charset="-120"/>
              </a:rPr>
              <a:t>Tell someone what the Lord did</a:t>
            </a:r>
            <a:endParaRPr lang="en-US" sz="1700" dirty="0"/>
          </a:p>
        </p:txBody>
      </p:sp>
      <p:sp>
        <p:nvSpPr>
          <p:cNvPr id="19" name="Text 17"/>
          <p:cNvSpPr/>
          <p:nvPr/>
        </p:nvSpPr>
        <p:spPr>
          <a:xfrm>
            <a:off x="685800" y="6400800"/>
            <a:ext cx="5486400" cy="274320"/>
          </a:xfrm>
          <a:prstGeom prst="rect">
            <a:avLst/>
          </a:prstGeom>
          <a:noFill/>
          <a:ln/>
        </p:spPr>
        <p:txBody>
          <a:bodyPr wrap="square" lIns="0" tIns="0" rIns="0" bIns="0" rtlCol="0" anchor="ctr"/>
          <a:lstStyle/>
          <a:p>
            <a:pPr marL="0" indent="0">
              <a:buNone/>
            </a:pPr>
            <a:r>
              <a:rPr lang="en-US" sz="1000" dirty="0">
                <a:solidFill>
                  <a:srgbClr val="C3CBC8"/>
                </a:solidFill>
                <a:latin typeface="Calibri" pitchFamily="34" charset="0"/>
                <a:ea typeface="Calibri" pitchFamily="34" charset="-122"/>
                <a:cs typeface="Calibri" pitchFamily="34" charset="-120"/>
              </a:rPr>
              <a:t>Welcome to the Family of God</a:t>
            </a:r>
            <a:endParaRPr lang="en-US" sz="1000" dirty="0"/>
          </a:p>
        </p:txBody>
      </p:sp>
      <p:sp>
        <p:nvSpPr>
          <p:cNvPr id="20" name="Text 18"/>
          <p:cNvSpPr/>
          <p:nvPr/>
        </p:nvSpPr>
        <p:spPr>
          <a:xfrm>
            <a:off x="10591495" y="6400800"/>
            <a:ext cx="914400" cy="274320"/>
          </a:xfrm>
          <a:prstGeom prst="rect">
            <a:avLst/>
          </a:prstGeom>
          <a:noFill/>
          <a:ln/>
        </p:spPr>
        <p:txBody>
          <a:bodyPr wrap="square" lIns="0" tIns="0" rIns="0" bIns="0" rtlCol="0" anchor="ctr"/>
          <a:lstStyle/>
          <a:p>
            <a:pPr marL="0" indent="0" algn="r">
              <a:buNone/>
            </a:pPr>
            <a:r>
              <a:rPr lang="en-US" sz="1000" dirty="0">
                <a:solidFill>
                  <a:srgbClr val="C3CBC8"/>
                </a:solidFill>
                <a:latin typeface="Calibri" pitchFamily="34" charset="0"/>
                <a:ea typeface="Calibri" pitchFamily="34" charset="-122"/>
                <a:cs typeface="Calibri" pitchFamily="34" charset="-120"/>
              </a:rPr>
              <a:t>25</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6F2EA"/>
        </a:solidFill>
        <a:effectLst/>
      </p:bgPr>
    </p:bg>
    <p:spTree>
      <p:nvGrpSpPr>
        <p:cNvPr id="1" name=""/>
        <p:cNvGrpSpPr/>
        <p:nvPr/>
      </p:nvGrpSpPr>
      <p:grpSpPr>
        <a:xfrm>
          <a:off x="0" y="0"/>
          <a:ext cx="0" cy="0"/>
          <a:chOff x="0" y="0"/>
          <a:chExt cx="0" cy="0"/>
        </a:xfrm>
      </p:grpSpPr>
      <p:sp>
        <p:nvSpPr>
          <p:cNvPr id="2" name="Text 0"/>
          <p:cNvSpPr/>
          <p:nvPr/>
        </p:nvSpPr>
        <p:spPr>
          <a:xfrm>
            <a:off x="685800" y="502920"/>
            <a:ext cx="10820095" cy="274320"/>
          </a:xfrm>
          <a:prstGeom prst="rect">
            <a:avLst/>
          </a:prstGeom>
          <a:noFill/>
          <a:ln/>
        </p:spPr>
        <p:txBody>
          <a:bodyPr wrap="square" lIns="0" tIns="0" rIns="0" bIns="0" rtlCol="0" anchor="ctr"/>
          <a:lstStyle/>
          <a:p>
            <a:pPr marL="0" indent="0">
              <a:buNone/>
            </a:pPr>
            <a:r>
              <a:rPr lang="en-US" sz="1200" b="1" kern="0" spc="300" dirty="0">
                <a:solidFill>
                  <a:srgbClr val="8F4519"/>
                </a:solidFill>
                <a:latin typeface="Calibri" pitchFamily="34" charset="0"/>
                <a:ea typeface="Calibri" pitchFamily="34" charset="-122"/>
                <a:cs typeface="Calibri" pitchFamily="34" charset="-120"/>
              </a:rPr>
              <a:t>LESSON 3 · A NEW WAY OF LIFE</a:t>
            </a:r>
            <a:endParaRPr lang="en-US" sz="1200" dirty="0"/>
          </a:p>
        </p:txBody>
      </p:sp>
      <p:sp>
        <p:nvSpPr>
          <p:cNvPr id="3" name="Text 1"/>
          <p:cNvSpPr/>
          <p:nvPr/>
        </p:nvSpPr>
        <p:spPr>
          <a:xfrm>
            <a:off x="685800" y="822960"/>
            <a:ext cx="10820095" cy="777240"/>
          </a:xfrm>
          <a:prstGeom prst="rect">
            <a:avLst/>
          </a:prstGeom>
          <a:noFill/>
          <a:ln/>
        </p:spPr>
        <p:txBody>
          <a:bodyPr wrap="square" lIns="0" tIns="0" rIns="0" bIns="0" rtlCol="0" anchor="t"/>
          <a:lstStyle/>
          <a:p>
            <a:pPr marL="0" indent="0">
              <a:buNone/>
            </a:pPr>
            <a:r>
              <a:rPr lang="en-US" sz="3400" b="1" dirty="0">
                <a:solidFill>
                  <a:srgbClr val="22201C"/>
                </a:solidFill>
                <a:latin typeface="Georgia" pitchFamily="34" charset="0"/>
                <a:ea typeface="Georgia" pitchFamily="34" charset="-122"/>
                <a:cs typeface="Georgia" pitchFamily="34" charset="-120"/>
              </a:rPr>
              <a:t>Put off the old, put on the new</a:t>
            </a:r>
            <a:endParaRPr lang="en-US" sz="3400" dirty="0"/>
          </a:p>
        </p:txBody>
      </p:sp>
      <p:sp>
        <p:nvSpPr>
          <p:cNvPr id="4" name="Text 2"/>
          <p:cNvSpPr/>
          <p:nvPr/>
        </p:nvSpPr>
        <p:spPr>
          <a:xfrm>
            <a:off x="685800" y="6400800"/>
            <a:ext cx="5486400" cy="274320"/>
          </a:xfrm>
          <a:prstGeom prst="rect">
            <a:avLst/>
          </a:prstGeom>
          <a:noFill/>
          <a:ln/>
        </p:spPr>
        <p:txBody>
          <a:bodyPr wrap="square" lIns="0" tIns="0" rIns="0" bIns="0" rtlCol="0" anchor="ctr"/>
          <a:lstStyle/>
          <a:p>
            <a:pPr marL="0" indent="0">
              <a:buNone/>
            </a:pPr>
            <a:r>
              <a:rPr lang="en-US" sz="1000" dirty="0">
                <a:solidFill>
                  <a:srgbClr val="5C574F"/>
                </a:solidFill>
                <a:latin typeface="Calibri" pitchFamily="34" charset="0"/>
                <a:ea typeface="Calibri" pitchFamily="34" charset="-122"/>
                <a:cs typeface="Calibri" pitchFamily="34" charset="-120"/>
              </a:rPr>
              <a:t>Welcome to the Family of God</a:t>
            </a:r>
            <a:endParaRPr lang="en-US" sz="1000" dirty="0"/>
          </a:p>
        </p:txBody>
      </p:sp>
      <p:sp>
        <p:nvSpPr>
          <p:cNvPr id="5" name="Text 3"/>
          <p:cNvSpPr/>
          <p:nvPr/>
        </p:nvSpPr>
        <p:spPr>
          <a:xfrm>
            <a:off x="10591495" y="6400800"/>
            <a:ext cx="914400" cy="274320"/>
          </a:xfrm>
          <a:prstGeom prst="rect">
            <a:avLst/>
          </a:prstGeom>
          <a:noFill/>
          <a:ln/>
        </p:spPr>
        <p:txBody>
          <a:bodyPr wrap="square" lIns="0" tIns="0" rIns="0" bIns="0" rtlCol="0" anchor="ctr"/>
          <a:lstStyle/>
          <a:p>
            <a:pPr marL="0" indent="0" algn="r">
              <a:buNone/>
            </a:pPr>
            <a:r>
              <a:rPr lang="en-US" sz="1000" dirty="0">
                <a:solidFill>
                  <a:srgbClr val="5C574F"/>
                </a:solidFill>
                <a:latin typeface="Calibri" pitchFamily="34" charset="0"/>
                <a:ea typeface="Calibri" pitchFamily="34" charset="-122"/>
                <a:cs typeface="Calibri" pitchFamily="34" charset="-120"/>
              </a:rPr>
              <a:t>26</a:t>
            </a:r>
            <a:endParaRPr lang="en-US" sz="1000" dirty="0"/>
          </a:p>
        </p:txBody>
      </p:sp>
      <p:sp>
        <p:nvSpPr>
          <p:cNvPr id="6" name="Shape 4"/>
          <p:cNvSpPr/>
          <p:nvPr/>
        </p:nvSpPr>
        <p:spPr>
          <a:xfrm>
            <a:off x="685800" y="1783080"/>
            <a:ext cx="5272888" cy="0"/>
          </a:xfrm>
          <a:prstGeom prst="line">
            <a:avLst/>
          </a:prstGeom>
          <a:noFill/>
          <a:ln w="12700">
            <a:solidFill>
              <a:srgbClr val="DDD4C4"/>
            </a:solidFill>
            <a:prstDash val="solid"/>
          </a:ln>
        </p:spPr>
        <p:txBody>
          <a:bodyPr/>
          <a:lstStyle/>
          <a:p>
            <a:endParaRPr lang="en-US"/>
          </a:p>
        </p:txBody>
      </p:sp>
      <p:sp>
        <p:nvSpPr>
          <p:cNvPr id="7" name="Text 5"/>
          <p:cNvSpPr/>
          <p:nvPr/>
        </p:nvSpPr>
        <p:spPr>
          <a:xfrm>
            <a:off x="685800" y="2011680"/>
            <a:ext cx="5272888" cy="548640"/>
          </a:xfrm>
          <a:prstGeom prst="rect">
            <a:avLst/>
          </a:prstGeom>
          <a:noFill/>
          <a:ln/>
        </p:spPr>
        <p:txBody>
          <a:bodyPr wrap="square" lIns="0" tIns="0" rIns="0" bIns="0" rtlCol="0" anchor="ctr"/>
          <a:lstStyle/>
          <a:p>
            <a:pPr marL="0" indent="0">
              <a:buNone/>
            </a:pPr>
            <a:r>
              <a:rPr lang="en-US" sz="2600" b="1" dirty="0">
                <a:solidFill>
                  <a:srgbClr val="22201C"/>
                </a:solidFill>
                <a:latin typeface="Georgia" pitchFamily="34" charset="0"/>
                <a:ea typeface="Georgia" pitchFamily="34" charset="-122"/>
                <a:cs typeface="Georgia" pitchFamily="34" charset="-120"/>
              </a:rPr>
              <a:t>Put off</a:t>
            </a:r>
            <a:r>
              <a:rPr lang="en-US" sz="1400" b="1" dirty="0">
                <a:solidFill>
                  <a:srgbClr val="8F4519"/>
                </a:solidFill>
                <a:latin typeface="Calibri" pitchFamily="34" charset="0"/>
                <a:ea typeface="Calibri" pitchFamily="34" charset="-122"/>
                <a:cs typeface="Calibri" pitchFamily="34" charset="-120"/>
              </a:rPr>
              <a:t>   Colossians 3:5–9</a:t>
            </a:r>
            <a:endParaRPr lang="en-US" sz="2600" dirty="0"/>
          </a:p>
        </p:txBody>
      </p:sp>
      <p:sp>
        <p:nvSpPr>
          <p:cNvPr id="8" name="Text 6"/>
          <p:cNvSpPr/>
          <p:nvPr/>
        </p:nvSpPr>
        <p:spPr>
          <a:xfrm>
            <a:off x="685800" y="2697480"/>
            <a:ext cx="5272888" cy="233172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rgbClr val="22201C"/>
                </a:solidFill>
                <a:latin typeface="Calibri" pitchFamily="34" charset="0"/>
                <a:ea typeface="Calibri" pitchFamily="34" charset="-122"/>
                <a:cs typeface="Calibri" pitchFamily="34" charset="-120"/>
              </a:rPr>
              <a:t>Sexual sin of every kind (1 Thess. 4:3)</a:t>
            </a:r>
            <a:endParaRPr lang="en-US" sz="1700" dirty="0"/>
          </a:p>
          <a:p>
            <a:pPr marL="342900" indent="-342900">
              <a:spcAft>
                <a:spcPts val="800"/>
              </a:spcAft>
              <a:buSzPct val="100000"/>
              <a:buChar char="–"/>
            </a:pPr>
            <a:r>
              <a:rPr lang="en-US" sz="1700" dirty="0">
                <a:solidFill>
                  <a:srgbClr val="22201C"/>
                </a:solidFill>
                <a:latin typeface="Calibri" pitchFamily="34" charset="0"/>
                <a:ea typeface="Calibri" pitchFamily="34" charset="-122"/>
                <a:cs typeface="Calibri" pitchFamily="34" charset="-120"/>
              </a:rPr>
              <a:t>Anger, rage and filthy talk (Col. 3:8)</a:t>
            </a:r>
            <a:endParaRPr lang="en-US" sz="1700" dirty="0"/>
          </a:p>
          <a:p>
            <a:pPr marL="342900" indent="-342900">
              <a:spcAft>
                <a:spcPts val="800"/>
              </a:spcAft>
              <a:buSzPct val="100000"/>
              <a:buChar char="–"/>
            </a:pPr>
            <a:r>
              <a:rPr lang="en-US" sz="1700" dirty="0">
                <a:solidFill>
                  <a:srgbClr val="22201C"/>
                </a:solidFill>
                <a:latin typeface="Calibri" pitchFamily="34" charset="0"/>
                <a:ea typeface="Calibri" pitchFamily="34" charset="-122"/>
                <a:cs typeface="Calibri" pitchFamily="34" charset="-120"/>
              </a:rPr>
              <a:t>Lying, even small lies (Eph. 4:25)</a:t>
            </a:r>
            <a:endParaRPr lang="en-US" sz="1700" dirty="0"/>
          </a:p>
          <a:p>
            <a:pPr marL="342900" indent="-342900">
              <a:spcAft>
                <a:spcPts val="800"/>
              </a:spcAft>
              <a:buSzPct val="100000"/>
              <a:buChar char="–"/>
            </a:pPr>
            <a:r>
              <a:rPr lang="en-US" sz="1700" dirty="0">
                <a:solidFill>
                  <a:srgbClr val="22201C"/>
                </a:solidFill>
                <a:latin typeface="Calibri" pitchFamily="34" charset="0"/>
                <a:ea typeface="Calibri" pitchFamily="34" charset="-122"/>
                <a:cs typeface="Calibri" pitchFamily="34" charset="-120"/>
              </a:rPr>
              <a:t>Stealing and cheating (Eph. 4:28)</a:t>
            </a:r>
            <a:endParaRPr lang="en-US" sz="1700" dirty="0"/>
          </a:p>
          <a:p>
            <a:pPr marL="342900" indent="-342900">
              <a:spcAft>
                <a:spcPts val="800"/>
              </a:spcAft>
              <a:buSzPct val="100000"/>
              <a:buChar char="–"/>
            </a:pPr>
            <a:r>
              <a:rPr lang="en-US" sz="1700" dirty="0">
                <a:solidFill>
                  <a:srgbClr val="22201C"/>
                </a:solidFill>
                <a:latin typeface="Calibri" pitchFamily="34" charset="0"/>
                <a:ea typeface="Calibri" pitchFamily="34" charset="-122"/>
                <a:cs typeface="Calibri" pitchFamily="34" charset="-120"/>
              </a:rPr>
              <a:t>Drunkenness and getting high (1 Pet. 4:3)</a:t>
            </a:r>
            <a:endParaRPr lang="en-US" sz="1700" dirty="0"/>
          </a:p>
        </p:txBody>
      </p:sp>
      <p:sp>
        <p:nvSpPr>
          <p:cNvPr id="9" name="Shape 7"/>
          <p:cNvSpPr/>
          <p:nvPr/>
        </p:nvSpPr>
        <p:spPr>
          <a:xfrm>
            <a:off x="6233008" y="1783080"/>
            <a:ext cx="5272888" cy="0"/>
          </a:xfrm>
          <a:prstGeom prst="line">
            <a:avLst/>
          </a:prstGeom>
          <a:noFill/>
          <a:ln w="28575">
            <a:solidFill>
              <a:srgbClr val="8F4519"/>
            </a:solidFill>
            <a:prstDash val="solid"/>
          </a:ln>
        </p:spPr>
        <p:txBody>
          <a:bodyPr/>
          <a:lstStyle/>
          <a:p>
            <a:endParaRPr lang="en-US"/>
          </a:p>
        </p:txBody>
      </p:sp>
      <p:sp>
        <p:nvSpPr>
          <p:cNvPr id="10" name="Text 8"/>
          <p:cNvSpPr/>
          <p:nvPr/>
        </p:nvSpPr>
        <p:spPr>
          <a:xfrm>
            <a:off x="6233008" y="2011680"/>
            <a:ext cx="5272888" cy="548640"/>
          </a:xfrm>
          <a:prstGeom prst="rect">
            <a:avLst/>
          </a:prstGeom>
          <a:noFill/>
          <a:ln/>
        </p:spPr>
        <p:txBody>
          <a:bodyPr wrap="square" lIns="0" tIns="0" rIns="0" bIns="0" rtlCol="0" anchor="ctr"/>
          <a:lstStyle/>
          <a:p>
            <a:pPr marL="0" indent="0">
              <a:buNone/>
            </a:pPr>
            <a:r>
              <a:rPr lang="en-US" sz="2600" b="1" dirty="0">
                <a:solidFill>
                  <a:srgbClr val="22201C"/>
                </a:solidFill>
                <a:latin typeface="Georgia" pitchFamily="34" charset="0"/>
                <a:ea typeface="Georgia" pitchFamily="34" charset="-122"/>
                <a:cs typeface="Georgia" pitchFamily="34" charset="-120"/>
              </a:rPr>
              <a:t>Put on</a:t>
            </a:r>
            <a:r>
              <a:rPr lang="en-US" sz="1400" b="1" dirty="0">
                <a:solidFill>
                  <a:srgbClr val="8F4519"/>
                </a:solidFill>
                <a:latin typeface="Calibri" pitchFamily="34" charset="0"/>
                <a:ea typeface="Calibri" pitchFamily="34" charset="-122"/>
                <a:cs typeface="Calibri" pitchFamily="34" charset="-120"/>
              </a:rPr>
              <a:t>   Colossians 3:12–17</a:t>
            </a:r>
            <a:endParaRPr lang="en-US" sz="2600" dirty="0"/>
          </a:p>
        </p:txBody>
      </p:sp>
      <p:sp>
        <p:nvSpPr>
          <p:cNvPr id="11" name="Text 9"/>
          <p:cNvSpPr/>
          <p:nvPr/>
        </p:nvSpPr>
        <p:spPr>
          <a:xfrm>
            <a:off x="6233008" y="2697480"/>
            <a:ext cx="5272888" cy="233172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rgbClr val="22201C"/>
                </a:solidFill>
                <a:latin typeface="Calibri" pitchFamily="34" charset="0"/>
                <a:ea typeface="Calibri" pitchFamily="34" charset="-122"/>
                <a:cs typeface="Calibri" pitchFamily="34" charset="-120"/>
              </a:rPr>
              <a:t>Compassion and kindness (Col. 3:12)</a:t>
            </a:r>
            <a:endParaRPr lang="en-US" sz="1700" dirty="0"/>
          </a:p>
          <a:p>
            <a:pPr marL="342900" indent="-342900">
              <a:spcAft>
                <a:spcPts val="800"/>
              </a:spcAft>
              <a:buSzPct val="100000"/>
              <a:buChar char="+"/>
            </a:pPr>
            <a:r>
              <a:rPr lang="en-US" sz="1700" dirty="0">
                <a:solidFill>
                  <a:srgbClr val="22201C"/>
                </a:solidFill>
                <a:latin typeface="Calibri" pitchFamily="34" charset="0"/>
                <a:ea typeface="Calibri" pitchFamily="34" charset="-122"/>
                <a:cs typeface="Calibri" pitchFamily="34" charset="-120"/>
              </a:rPr>
              <a:t>Forgiving as Christ forgave (Col. 3:13)</a:t>
            </a:r>
            <a:endParaRPr lang="en-US" sz="1700" dirty="0"/>
          </a:p>
          <a:p>
            <a:pPr marL="342900" indent="-342900">
              <a:spcAft>
                <a:spcPts val="800"/>
              </a:spcAft>
              <a:buSzPct val="100000"/>
              <a:buChar char="+"/>
            </a:pPr>
            <a:r>
              <a:rPr lang="en-US" sz="1700" dirty="0">
                <a:solidFill>
                  <a:srgbClr val="22201C"/>
                </a:solidFill>
                <a:latin typeface="Calibri" pitchFamily="34" charset="0"/>
                <a:ea typeface="Calibri" pitchFamily="34" charset="-122"/>
                <a:cs typeface="Calibri" pitchFamily="34" charset="-120"/>
              </a:rPr>
              <a:t>Honest, hard work (Eph. 4:28)</a:t>
            </a:r>
            <a:endParaRPr lang="en-US" sz="1700" dirty="0"/>
          </a:p>
          <a:p>
            <a:pPr marL="342900" indent="-342900">
              <a:spcAft>
                <a:spcPts val="800"/>
              </a:spcAft>
              <a:buSzPct val="100000"/>
              <a:buChar char="+"/>
            </a:pPr>
            <a:r>
              <a:rPr lang="en-US" sz="1700" dirty="0">
                <a:solidFill>
                  <a:srgbClr val="22201C"/>
                </a:solidFill>
                <a:latin typeface="Calibri" pitchFamily="34" charset="0"/>
                <a:ea typeface="Calibri" pitchFamily="34" charset="-122"/>
                <a:cs typeface="Calibri" pitchFamily="34" charset="-120"/>
              </a:rPr>
              <a:t>Speech that builds up (Eph. 4:29)</a:t>
            </a:r>
            <a:endParaRPr lang="en-US" sz="1700" dirty="0"/>
          </a:p>
          <a:p>
            <a:pPr marL="342900" indent="-342900">
              <a:spcAft>
                <a:spcPts val="800"/>
              </a:spcAft>
              <a:buSzPct val="100000"/>
              <a:buChar char="+"/>
            </a:pPr>
            <a:r>
              <a:rPr lang="en-US" sz="1700" dirty="0">
                <a:solidFill>
                  <a:srgbClr val="22201C"/>
                </a:solidFill>
                <a:latin typeface="Calibri" pitchFamily="34" charset="0"/>
                <a:ea typeface="Calibri" pitchFamily="34" charset="-122"/>
                <a:cs typeface="Calibri" pitchFamily="34" charset="-120"/>
              </a:rPr>
              <a:t>Thankfulness in everything (Col. 3:15)</a:t>
            </a:r>
            <a:endParaRPr lang="en-US" sz="1700" dirty="0"/>
          </a:p>
        </p:txBody>
      </p:sp>
      <p:sp>
        <p:nvSpPr>
          <p:cNvPr id="12" name="Shape 10"/>
          <p:cNvSpPr/>
          <p:nvPr/>
        </p:nvSpPr>
        <p:spPr>
          <a:xfrm>
            <a:off x="685800" y="5486400"/>
            <a:ext cx="10820095" cy="0"/>
          </a:xfrm>
          <a:prstGeom prst="line">
            <a:avLst/>
          </a:prstGeom>
          <a:noFill/>
          <a:ln w="12700">
            <a:solidFill>
              <a:srgbClr val="8F4519"/>
            </a:solidFill>
            <a:prstDash val="solid"/>
          </a:ln>
        </p:spPr>
        <p:txBody>
          <a:bodyPr/>
          <a:lstStyle/>
          <a:p>
            <a:endParaRPr lang="en-US"/>
          </a:p>
        </p:txBody>
      </p:sp>
      <p:sp>
        <p:nvSpPr>
          <p:cNvPr id="13" name="Text 11"/>
          <p:cNvSpPr/>
          <p:nvPr/>
        </p:nvSpPr>
        <p:spPr>
          <a:xfrm>
            <a:off x="685800" y="5559552"/>
            <a:ext cx="10820095" cy="585216"/>
          </a:xfrm>
          <a:prstGeom prst="rect">
            <a:avLst/>
          </a:prstGeom>
          <a:noFill/>
          <a:ln/>
        </p:spPr>
        <p:txBody>
          <a:bodyPr wrap="square" lIns="0" tIns="0" rIns="0" bIns="0" rtlCol="0" anchor="ctr"/>
          <a:lstStyle/>
          <a:p>
            <a:pPr marL="0" indent="0">
              <a:buNone/>
            </a:pPr>
            <a:r>
              <a:rPr lang="en-US" sz="1200" b="1" kern="0" spc="200" dirty="0">
                <a:solidFill>
                  <a:srgbClr val="8F4519"/>
                </a:solidFill>
                <a:latin typeface="Calibri" pitchFamily="34" charset="0"/>
                <a:ea typeface="Calibri" pitchFamily="34" charset="-122"/>
                <a:cs typeface="Calibri" pitchFamily="34" charset="-120"/>
              </a:rPr>
              <a:t>TODAY   </a:t>
            </a:r>
            <a:r>
              <a:rPr lang="en-US" sz="1500" dirty="0">
                <a:solidFill>
                  <a:srgbClr val="22201C"/>
                </a:solidFill>
                <a:latin typeface="Calibri" pitchFamily="34" charset="0"/>
                <a:ea typeface="Calibri" pitchFamily="34" charset="-122"/>
                <a:cs typeface="Calibri" pitchFamily="34" charset="-120"/>
              </a:rPr>
              <a:t>This includes what you watch, scroll, post and text. Ask: would I do this with Christ beside me?  Philippians 4:8</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6F2EA"/>
        </a:solidFill>
        <a:effectLst/>
      </p:bgPr>
    </p:bg>
    <p:spTree>
      <p:nvGrpSpPr>
        <p:cNvPr id="1" name=""/>
        <p:cNvGrpSpPr/>
        <p:nvPr/>
      </p:nvGrpSpPr>
      <p:grpSpPr>
        <a:xfrm>
          <a:off x="0" y="0"/>
          <a:ext cx="0" cy="0"/>
          <a:chOff x="0" y="0"/>
          <a:chExt cx="0" cy="0"/>
        </a:xfrm>
      </p:grpSpPr>
      <p:sp>
        <p:nvSpPr>
          <p:cNvPr id="2" name="Text 0"/>
          <p:cNvSpPr/>
          <p:nvPr/>
        </p:nvSpPr>
        <p:spPr>
          <a:xfrm>
            <a:off x="685800" y="502920"/>
            <a:ext cx="10820095" cy="274320"/>
          </a:xfrm>
          <a:prstGeom prst="rect">
            <a:avLst/>
          </a:prstGeom>
          <a:noFill/>
          <a:ln/>
        </p:spPr>
        <p:txBody>
          <a:bodyPr wrap="square" lIns="0" tIns="0" rIns="0" bIns="0" rtlCol="0" anchor="ctr"/>
          <a:lstStyle/>
          <a:p>
            <a:pPr marL="0" indent="0">
              <a:buNone/>
            </a:pPr>
            <a:r>
              <a:rPr lang="en-US" sz="1200" b="1" kern="0" spc="300" dirty="0">
                <a:solidFill>
                  <a:srgbClr val="8F4519"/>
                </a:solidFill>
                <a:latin typeface="Calibri" pitchFamily="34" charset="0"/>
                <a:ea typeface="Calibri" pitchFamily="34" charset="-122"/>
                <a:cs typeface="Calibri" pitchFamily="34" charset="-120"/>
              </a:rPr>
              <a:t>LESSON 3 · CASE STUDY</a:t>
            </a:r>
            <a:endParaRPr lang="en-US" sz="1200" dirty="0"/>
          </a:p>
        </p:txBody>
      </p:sp>
      <p:sp>
        <p:nvSpPr>
          <p:cNvPr id="3" name="Text 1"/>
          <p:cNvSpPr/>
          <p:nvPr/>
        </p:nvSpPr>
        <p:spPr>
          <a:xfrm>
            <a:off x="685800" y="822960"/>
            <a:ext cx="10820095" cy="777240"/>
          </a:xfrm>
          <a:prstGeom prst="rect">
            <a:avLst/>
          </a:prstGeom>
          <a:noFill/>
          <a:ln/>
        </p:spPr>
        <p:txBody>
          <a:bodyPr wrap="square" lIns="0" tIns="0" rIns="0" bIns="0" rtlCol="0" anchor="t"/>
          <a:lstStyle/>
          <a:p>
            <a:pPr marL="0" indent="0">
              <a:buNone/>
            </a:pPr>
            <a:r>
              <a:rPr lang="en-US" sz="3400" b="1" dirty="0">
                <a:solidFill>
                  <a:srgbClr val="22201C"/>
                </a:solidFill>
                <a:latin typeface="Georgia" pitchFamily="34" charset="0"/>
                <a:ea typeface="Georgia" pitchFamily="34" charset="-122"/>
                <a:cs typeface="Georgia" pitchFamily="34" charset="-120"/>
              </a:rPr>
              <a:t>A costly clean break</a:t>
            </a:r>
            <a:endParaRPr lang="en-US" sz="3400" dirty="0"/>
          </a:p>
        </p:txBody>
      </p:sp>
      <p:sp>
        <p:nvSpPr>
          <p:cNvPr id="4" name="Text 2"/>
          <p:cNvSpPr/>
          <p:nvPr/>
        </p:nvSpPr>
        <p:spPr>
          <a:xfrm>
            <a:off x="685800" y="6400800"/>
            <a:ext cx="5486400" cy="274320"/>
          </a:xfrm>
          <a:prstGeom prst="rect">
            <a:avLst/>
          </a:prstGeom>
          <a:noFill/>
          <a:ln/>
        </p:spPr>
        <p:txBody>
          <a:bodyPr wrap="square" lIns="0" tIns="0" rIns="0" bIns="0" rtlCol="0" anchor="ctr"/>
          <a:lstStyle/>
          <a:p>
            <a:pPr marL="0" indent="0">
              <a:buNone/>
            </a:pPr>
            <a:r>
              <a:rPr lang="en-US" sz="1000" dirty="0">
                <a:solidFill>
                  <a:srgbClr val="5C574F"/>
                </a:solidFill>
                <a:latin typeface="Calibri" pitchFamily="34" charset="0"/>
                <a:ea typeface="Calibri" pitchFamily="34" charset="-122"/>
                <a:cs typeface="Calibri" pitchFamily="34" charset="-120"/>
              </a:rPr>
              <a:t>Welcome to the Family of God</a:t>
            </a:r>
            <a:endParaRPr lang="en-US" sz="1000" dirty="0"/>
          </a:p>
        </p:txBody>
      </p:sp>
      <p:sp>
        <p:nvSpPr>
          <p:cNvPr id="5" name="Text 3"/>
          <p:cNvSpPr/>
          <p:nvPr/>
        </p:nvSpPr>
        <p:spPr>
          <a:xfrm>
            <a:off x="10591495" y="6400800"/>
            <a:ext cx="914400" cy="274320"/>
          </a:xfrm>
          <a:prstGeom prst="rect">
            <a:avLst/>
          </a:prstGeom>
          <a:noFill/>
          <a:ln/>
        </p:spPr>
        <p:txBody>
          <a:bodyPr wrap="square" lIns="0" tIns="0" rIns="0" bIns="0" rtlCol="0" anchor="ctr"/>
          <a:lstStyle/>
          <a:p>
            <a:pPr marL="0" indent="0" algn="r">
              <a:buNone/>
            </a:pPr>
            <a:r>
              <a:rPr lang="en-US" sz="1000" dirty="0">
                <a:solidFill>
                  <a:srgbClr val="5C574F"/>
                </a:solidFill>
                <a:latin typeface="Calibri" pitchFamily="34" charset="0"/>
                <a:ea typeface="Calibri" pitchFamily="34" charset="-122"/>
                <a:cs typeface="Calibri" pitchFamily="34" charset="-120"/>
              </a:rPr>
              <a:t>27</a:t>
            </a:r>
            <a:endParaRPr lang="en-US" sz="1000" dirty="0"/>
          </a:p>
        </p:txBody>
      </p:sp>
      <p:sp>
        <p:nvSpPr>
          <p:cNvPr id="6" name="Shape 4"/>
          <p:cNvSpPr/>
          <p:nvPr/>
        </p:nvSpPr>
        <p:spPr>
          <a:xfrm>
            <a:off x="685800" y="1828800"/>
            <a:ext cx="5272888" cy="0"/>
          </a:xfrm>
          <a:prstGeom prst="line">
            <a:avLst/>
          </a:prstGeom>
          <a:noFill/>
          <a:ln w="28575">
            <a:solidFill>
              <a:srgbClr val="8F4519"/>
            </a:solidFill>
            <a:prstDash val="solid"/>
          </a:ln>
        </p:spPr>
        <p:txBody>
          <a:bodyPr/>
          <a:lstStyle/>
          <a:p>
            <a:endParaRPr lang="en-US"/>
          </a:p>
        </p:txBody>
      </p:sp>
      <p:sp>
        <p:nvSpPr>
          <p:cNvPr id="7" name="Text 5"/>
          <p:cNvSpPr/>
          <p:nvPr/>
        </p:nvSpPr>
        <p:spPr>
          <a:xfrm>
            <a:off x="685800" y="2121408"/>
            <a:ext cx="2743200" cy="274320"/>
          </a:xfrm>
          <a:prstGeom prst="rect">
            <a:avLst/>
          </a:prstGeom>
          <a:noFill/>
          <a:ln/>
        </p:spPr>
        <p:txBody>
          <a:bodyPr wrap="square" lIns="0" tIns="0" rIns="0" bIns="0" rtlCol="0" anchor="ctr"/>
          <a:lstStyle/>
          <a:p>
            <a:pPr marL="0" indent="0">
              <a:buNone/>
            </a:pPr>
            <a:r>
              <a:rPr lang="en-US" sz="1200" b="1" kern="0" spc="300" dirty="0">
                <a:solidFill>
                  <a:srgbClr val="8F4519"/>
                </a:solidFill>
                <a:latin typeface="Calibri" pitchFamily="34" charset="0"/>
                <a:ea typeface="Calibri" pitchFamily="34" charset="-122"/>
                <a:cs typeface="Calibri" pitchFamily="34" charset="-120"/>
              </a:rPr>
              <a:t>THEN</a:t>
            </a:r>
            <a:endParaRPr lang="en-US" sz="1200" dirty="0"/>
          </a:p>
        </p:txBody>
      </p:sp>
      <p:sp>
        <p:nvSpPr>
          <p:cNvPr id="8" name="Text 6"/>
          <p:cNvSpPr/>
          <p:nvPr/>
        </p:nvSpPr>
        <p:spPr>
          <a:xfrm>
            <a:off x="685800" y="2395728"/>
            <a:ext cx="5272888" cy="411480"/>
          </a:xfrm>
          <a:prstGeom prst="rect">
            <a:avLst/>
          </a:prstGeom>
          <a:noFill/>
          <a:ln/>
        </p:spPr>
        <p:txBody>
          <a:bodyPr wrap="square" lIns="0" tIns="0" rIns="0" bIns="0" rtlCol="0" anchor="ctr"/>
          <a:lstStyle/>
          <a:p>
            <a:pPr marL="0" indent="0">
              <a:buNone/>
            </a:pPr>
            <a:r>
              <a:rPr lang="en-US" sz="2200" dirty="0">
                <a:solidFill>
                  <a:srgbClr val="22201C"/>
                </a:solidFill>
                <a:latin typeface="Georgia" pitchFamily="34" charset="0"/>
                <a:ea typeface="Georgia" pitchFamily="34" charset="-122"/>
                <a:cs typeface="Georgia" pitchFamily="34" charset="-120"/>
              </a:rPr>
              <a:t>First century</a:t>
            </a:r>
            <a:endParaRPr lang="en-US" sz="2200" dirty="0"/>
          </a:p>
        </p:txBody>
      </p:sp>
      <p:sp>
        <p:nvSpPr>
          <p:cNvPr id="9" name="Text 7"/>
          <p:cNvSpPr/>
          <p:nvPr/>
        </p:nvSpPr>
        <p:spPr>
          <a:xfrm>
            <a:off x="685800" y="2926080"/>
            <a:ext cx="5272888" cy="1600200"/>
          </a:xfrm>
          <a:prstGeom prst="rect">
            <a:avLst/>
          </a:prstGeom>
          <a:noFill/>
          <a:ln/>
        </p:spPr>
        <p:txBody>
          <a:bodyPr wrap="square" lIns="0" tIns="0" rIns="0" bIns="0" rtlCol="0" anchor="t"/>
          <a:lstStyle/>
          <a:p>
            <a:pPr marL="0" indent="0">
              <a:lnSpc>
                <a:spcPct val="112000"/>
              </a:lnSpc>
              <a:buNone/>
            </a:pPr>
            <a:r>
              <a:rPr lang="en-US" sz="1700" dirty="0">
                <a:solidFill>
                  <a:srgbClr val="5C574F"/>
                </a:solidFill>
                <a:latin typeface="Calibri" pitchFamily="34" charset="0"/>
                <a:ea typeface="Calibri" pitchFamily="34" charset="-122"/>
                <a:cs typeface="Calibri" pitchFamily="34" charset="-120"/>
              </a:rPr>
              <a:t>New Christians in Ephesus confessed their deeds and publicly burned their books of magic, worth fifty thousand pieces of silver.</a:t>
            </a:r>
            <a:endParaRPr lang="en-US" sz="1700" dirty="0"/>
          </a:p>
        </p:txBody>
      </p:sp>
      <p:sp>
        <p:nvSpPr>
          <p:cNvPr id="10" name="Text 8"/>
          <p:cNvSpPr/>
          <p:nvPr/>
        </p:nvSpPr>
        <p:spPr>
          <a:xfrm>
            <a:off x="685800" y="4617720"/>
            <a:ext cx="5272888" cy="274320"/>
          </a:xfrm>
          <a:prstGeom prst="rect">
            <a:avLst/>
          </a:prstGeom>
          <a:noFill/>
          <a:ln/>
        </p:spPr>
        <p:txBody>
          <a:bodyPr wrap="square" lIns="0" tIns="0" rIns="0" bIns="0" rtlCol="0" anchor="ctr"/>
          <a:lstStyle/>
          <a:p>
            <a:pPr marL="0" indent="0">
              <a:buNone/>
            </a:pPr>
            <a:r>
              <a:rPr lang="en-US" sz="1400" b="1" dirty="0">
                <a:solidFill>
                  <a:srgbClr val="8F4519"/>
                </a:solidFill>
                <a:latin typeface="Calibri" pitchFamily="34" charset="0"/>
                <a:ea typeface="Calibri" pitchFamily="34" charset="-122"/>
                <a:cs typeface="Calibri" pitchFamily="34" charset="-120"/>
              </a:rPr>
              <a:t>Acts 19:18–20</a:t>
            </a:r>
            <a:endParaRPr lang="en-US" sz="1400" dirty="0"/>
          </a:p>
        </p:txBody>
      </p:sp>
      <p:sp>
        <p:nvSpPr>
          <p:cNvPr id="11" name="Shape 9"/>
          <p:cNvSpPr/>
          <p:nvPr/>
        </p:nvSpPr>
        <p:spPr>
          <a:xfrm>
            <a:off x="6233008" y="1828800"/>
            <a:ext cx="5272888" cy="0"/>
          </a:xfrm>
          <a:prstGeom prst="line">
            <a:avLst/>
          </a:prstGeom>
          <a:noFill/>
          <a:ln w="12700">
            <a:solidFill>
              <a:srgbClr val="DDD4C4"/>
            </a:solidFill>
            <a:prstDash val="solid"/>
          </a:ln>
        </p:spPr>
        <p:txBody>
          <a:bodyPr/>
          <a:lstStyle/>
          <a:p>
            <a:endParaRPr lang="en-US"/>
          </a:p>
        </p:txBody>
      </p:sp>
      <p:sp>
        <p:nvSpPr>
          <p:cNvPr id="12" name="Text 10"/>
          <p:cNvSpPr/>
          <p:nvPr/>
        </p:nvSpPr>
        <p:spPr>
          <a:xfrm>
            <a:off x="6233008" y="2121408"/>
            <a:ext cx="2743200" cy="274320"/>
          </a:xfrm>
          <a:prstGeom prst="rect">
            <a:avLst/>
          </a:prstGeom>
          <a:noFill/>
          <a:ln/>
        </p:spPr>
        <p:txBody>
          <a:bodyPr wrap="square" lIns="0" tIns="0" rIns="0" bIns="0" rtlCol="0" anchor="ctr"/>
          <a:lstStyle/>
          <a:p>
            <a:pPr marL="0" indent="0">
              <a:buNone/>
            </a:pPr>
            <a:r>
              <a:rPr lang="en-US" sz="1200" b="1" kern="0" spc="300" dirty="0">
                <a:solidFill>
                  <a:srgbClr val="8F4519"/>
                </a:solidFill>
                <a:latin typeface="Calibri" pitchFamily="34" charset="0"/>
                <a:ea typeface="Calibri" pitchFamily="34" charset="-122"/>
                <a:cs typeface="Calibri" pitchFamily="34" charset="-120"/>
              </a:rPr>
              <a:t>NOW</a:t>
            </a:r>
            <a:endParaRPr lang="en-US" sz="1200" dirty="0"/>
          </a:p>
        </p:txBody>
      </p:sp>
      <p:sp>
        <p:nvSpPr>
          <p:cNvPr id="13" name="Text 11"/>
          <p:cNvSpPr/>
          <p:nvPr/>
        </p:nvSpPr>
        <p:spPr>
          <a:xfrm>
            <a:off x="6233008" y="2395728"/>
            <a:ext cx="5272888" cy="411480"/>
          </a:xfrm>
          <a:prstGeom prst="rect">
            <a:avLst/>
          </a:prstGeom>
          <a:noFill/>
          <a:ln/>
        </p:spPr>
        <p:txBody>
          <a:bodyPr wrap="square" lIns="0" tIns="0" rIns="0" bIns="0" rtlCol="0" anchor="ctr"/>
          <a:lstStyle/>
          <a:p>
            <a:pPr marL="0" indent="0">
              <a:buNone/>
            </a:pPr>
            <a:r>
              <a:rPr lang="en-US" sz="2200" dirty="0">
                <a:solidFill>
                  <a:srgbClr val="22201C"/>
                </a:solidFill>
                <a:latin typeface="Georgia" pitchFamily="34" charset="0"/>
                <a:ea typeface="Georgia" pitchFamily="34" charset="-122"/>
                <a:cs typeface="Georgia" pitchFamily="34" charset="-120"/>
              </a:rPr>
              <a:t>Today</a:t>
            </a:r>
            <a:endParaRPr lang="en-US" sz="2200" dirty="0"/>
          </a:p>
        </p:txBody>
      </p:sp>
      <p:sp>
        <p:nvSpPr>
          <p:cNvPr id="14" name="Text 12"/>
          <p:cNvSpPr/>
          <p:nvPr/>
        </p:nvSpPr>
        <p:spPr>
          <a:xfrm>
            <a:off x="6233008" y="2926080"/>
            <a:ext cx="5272888" cy="1600200"/>
          </a:xfrm>
          <a:prstGeom prst="rect">
            <a:avLst/>
          </a:prstGeom>
          <a:noFill/>
          <a:ln/>
        </p:spPr>
        <p:txBody>
          <a:bodyPr wrap="square" lIns="0" tIns="0" rIns="0" bIns="0" rtlCol="0" anchor="t"/>
          <a:lstStyle/>
          <a:p>
            <a:pPr marL="0" indent="0">
              <a:lnSpc>
                <a:spcPct val="112000"/>
              </a:lnSpc>
              <a:buNone/>
            </a:pPr>
            <a:r>
              <a:rPr lang="en-US" sz="1700" dirty="0">
                <a:solidFill>
                  <a:srgbClr val="5C574F"/>
                </a:solidFill>
                <a:latin typeface="Calibri" pitchFamily="34" charset="0"/>
                <a:ea typeface="Calibri" pitchFamily="34" charset="-122"/>
                <a:cs typeface="Calibri" pitchFamily="34" charset="-120"/>
              </a:rPr>
              <a:t>A new Christian deletes apps, cancels subscriptions, blocks old contacts and ends a sinful relationship, even when it costs money and friends.</a:t>
            </a:r>
            <a:endParaRPr lang="en-US" sz="1700" dirty="0"/>
          </a:p>
        </p:txBody>
      </p:sp>
      <p:sp>
        <p:nvSpPr>
          <p:cNvPr id="15" name="Shape 13"/>
          <p:cNvSpPr/>
          <p:nvPr/>
        </p:nvSpPr>
        <p:spPr>
          <a:xfrm>
            <a:off x="685800" y="5486400"/>
            <a:ext cx="10820095" cy="0"/>
          </a:xfrm>
          <a:prstGeom prst="line">
            <a:avLst/>
          </a:prstGeom>
          <a:noFill/>
          <a:ln w="12700">
            <a:solidFill>
              <a:srgbClr val="8F4519"/>
            </a:solidFill>
            <a:prstDash val="solid"/>
          </a:ln>
        </p:spPr>
        <p:txBody>
          <a:bodyPr/>
          <a:lstStyle/>
          <a:p>
            <a:endParaRPr lang="en-US"/>
          </a:p>
        </p:txBody>
      </p:sp>
      <p:sp>
        <p:nvSpPr>
          <p:cNvPr id="16" name="Text 14"/>
          <p:cNvSpPr/>
          <p:nvPr/>
        </p:nvSpPr>
        <p:spPr>
          <a:xfrm>
            <a:off x="685800" y="5559552"/>
            <a:ext cx="10820095" cy="585216"/>
          </a:xfrm>
          <a:prstGeom prst="rect">
            <a:avLst/>
          </a:prstGeom>
          <a:noFill/>
          <a:ln/>
        </p:spPr>
        <p:txBody>
          <a:bodyPr wrap="square" lIns="0" tIns="0" rIns="0" bIns="0" rtlCol="0" anchor="ctr"/>
          <a:lstStyle/>
          <a:p>
            <a:pPr marL="0" indent="0">
              <a:buNone/>
            </a:pPr>
            <a:r>
              <a:rPr lang="en-US" sz="1200" b="1" kern="0" spc="200" dirty="0">
                <a:solidFill>
                  <a:srgbClr val="8F4519"/>
                </a:solidFill>
                <a:latin typeface="Calibri" pitchFamily="34" charset="0"/>
                <a:ea typeface="Calibri" pitchFamily="34" charset="-122"/>
                <a:cs typeface="Calibri" pitchFamily="34" charset="-120"/>
              </a:rPr>
              <a:t>THE LESSON   </a:t>
            </a:r>
            <a:r>
              <a:rPr lang="en-US" sz="1500" dirty="0">
                <a:solidFill>
                  <a:srgbClr val="22201C"/>
                </a:solidFill>
                <a:latin typeface="Calibri" pitchFamily="34" charset="0"/>
                <a:ea typeface="Calibri" pitchFamily="34" charset="-122"/>
                <a:cs typeface="Calibri" pitchFamily="34" charset="-120"/>
              </a:rPr>
              <a:t>Christ is worth more than anything you give up. Make a clean break, not a slow goodbye.  Philippians 3:7–8</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6F2EA"/>
        </a:solidFill>
        <a:effectLst/>
      </p:bgPr>
    </p:bg>
    <p:spTree>
      <p:nvGrpSpPr>
        <p:cNvPr id="1" name=""/>
        <p:cNvGrpSpPr/>
        <p:nvPr/>
      </p:nvGrpSpPr>
      <p:grpSpPr>
        <a:xfrm>
          <a:off x="0" y="0"/>
          <a:ext cx="0" cy="0"/>
          <a:chOff x="0" y="0"/>
          <a:chExt cx="0" cy="0"/>
        </a:xfrm>
      </p:grpSpPr>
      <p:sp>
        <p:nvSpPr>
          <p:cNvPr id="2" name="Text 0"/>
          <p:cNvSpPr/>
          <p:nvPr/>
        </p:nvSpPr>
        <p:spPr>
          <a:xfrm>
            <a:off x="685800" y="502920"/>
            <a:ext cx="10820095" cy="274320"/>
          </a:xfrm>
          <a:prstGeom prst="rect">
            <a:avLst/>
          </a:prstGeom>
          <a:noFill/>
          <a:ln/>
        </p:spPr>
        <p:txBody>
          <a:bodyPr wrap="square" lIns="0" tIns="0" rIns="0" bIns="0" rtlCol="0" anchor="ctr"/>
          <a:lstStyle/>
          <a:p>
            <a:pPr marL="0" indent="0">
              <a:buNone/>
            </a:pPr>
            <a:r>
              <a:rPr lang="en-US" sz="1200" b="1" kern="0" spc="300" dirty="0">
                <a:solidFill>
                  <a:srgbClr val="8F4519"/>
                </a:solidFill>
                <a:latin typeface="Calibri" pitchFamily="34" charset="0"/>
                <a:ea typeface="Calibri" pitchFamily="34" charset="-122"/>
                <a:cs typeface="Calibri" pitchFamily="34" charset="-120"/>
              </a:rPr>
              <a:t>LESSON 3 · THE FIGHT IS REAL</a:t>
            </a:r>
            <a:endParaRPr lang="en-US" sz="1200" dirty="0"/>
          </a:p>
        </p:txBody>
      </p:sp>
      <p:sp>
        <p:nvSpPr>
          <p:cNvPr id="3" name="Text 1"/>
          <p:cNvSpPr/>
          <p:nvPr/>
        </p:nvSpPr>
        <p:spPr>
          <a:xfrm>
            <a:off x="685800" y="822960"/>
            <a:ext cx="10820095" cy="777240"/>
          </a:xfrm>
          <a:prstGeom prst="rect">
            <a:avLst/>
          </a:prstGeom>
          <a:noFill/>
          <a:ln/>
        </p:spPr>
        <p:txBody>
          <a:bodyPr wrap="square" lIns="0" tIns="0" rIns="0" bIns="0" rtlCol="0" anchor="t"/>
          <a:lstStyle/>
          <a:p>
            <a:pPr marL="0" indent="0">
              <a:buNone/>
            </a:pPr>
            <a:r>
              <a:rPr lang="en-US" sz="3400" b="1" dirty="0">
                <a:solidFill>
                  <a:srgbClr val="22201C"/>
                </a:solidFill>
                <a:latin typeface="Georgia" pitchFamily="34" charset="0"/>
                <a:ea typeface="Georgia" pitchFamily="34" charset="-122"/>
                <a:cs typeface="Georgia" pitchFamily="34" charset="-120"/>
              </a:rPr>
              <a:t>When temptation comes</a:t>
            </a:r>
            <a:endParaRPr lang="en-US" sz="3400" dirty="0"/>
          </a:p>
        </p:txBody>
      </p:sp>
      <p:sp>
        <p:nvSpPr>
          <p:cNvPr id="4" name="Text 2"/>
          <p:cNvSpPr/>
          <p:nvPr/>
        </p:nvSpPr>
        <p:spPr>
          <a:xfrm>
            <a:off x="685800" y="6400800"/>
            <a:ext cx="5486400" cy="274320"/>
          </a:xfrm>
          <a:prstGeom prst="rect">
            <a:avLst/>
          </a:prstGeom>
          <a:noFill/>
          <a:ln/>
        </p:spPr>
        <p:txBody>
          <a:bodyPr wrap="square" lIns="0" tIns="0" rIns="0" bIns="0" rtlCol="0" anchor="ctr"/>
          <a:lstStyle/>
          <a:p>
            <a:pPr marL="0" indent="0">
              <a:buNone/>
            </a:pPr>
            <a:r>
              <a:rPr lang="en-US" sz="1000" dirty="0">
                <a:solidFill>
                  <a:srgbClr val="5C574F"/>
                </a:solidFill>
                <a:latin typeface="Calibri" pitchFamily="34" charset="0"/>
                <a:ea typeface="Calibri" pitchFamily="34" charset="-122"/>
                <a:cs typeface="Calibri" pitchFamily="34" charset="-120"/>
              </a:rPr>
              <a:t>Welcome to the Family of God</a:t>
            </a:r>
            <a:endParaRPr lang="en-US" sz="1000" dirty="0"/>
          </a:p>
        </p:txBody>
      </p:sp>
      <p:sp>
        <p:nvSpPr>
          <p:cNvPr id="5" name="Text 3"/>
          <p:cNvSpPr/>
          <p:nvPr/>
        </p:nvSpPr>
        <p:spPr>
          <a:xfrm>
            <a:off x="10591495" y="6400800"/>
            <a:ext cx="914400" cy="274320"/>
          </a:xfrm>
          <a:prstGeom prst="rect">
            <a:avLst/>
          </a:prstGeom>
          <a:noFill/>
          <a:ln/>
        </p:spPr>
        <p:txBody>
          <a:bodyPr wrap="square" lIns="0" tIns="0" rIns="0" bIns="0" rtlCol="0" anchor="ctr"/>
          <a:lstStyle/>
          <a:p>
            <a:pPr marL="0" indent="0" algn="r">
              <a:buNone/>
            </a:pPr>
            <a:r>
              <a:rPr lang="en-US" sz="1000" dirty="0">
                <a:solidFill>
                  <a:srgbClr val="5C574F"/>
                </a:solidFill>
                <a:latin typeface="Calibri" pitchFamily="34" charset="0"/>
                <a:ea typeface="Calibri" pitchFamily="34" charset="-122"/>
                <a:cs typeface="Calibri" pitchFamily="34" charset="-120"/>
              </a:rPr>
              <a:t>28</a:t>
            </a:r>
            <a:endParaRPr lang="en-US" sz="1000" dirty="0"/>
          </a:p>
        </p:txBody>
      </p:sp>
      <p:sp>
        <p:nvSpPr>
          <p:cNvPr id="6" name="Text 4"/>
          <p:cNvSpPr/>
          <p:nvPr/>
        </p:nvSpPr>
        <p:spPr>
          <a:xfrm>
            <a:off x="685800" y="1645920"/>
            <a:ext cx="10058400" cy="777240"/>
          </a:xfrm>
          <a:prstGeom prst="rect">
            <a:avLst/>
          </a:prstGeom>
          <a:noFill/>
          <a:ln/>
        </p:spPr>
        <p:txBody>
          <a:bodyPr wrap="square" lIns="0" tIns="0" rIns="0" bIns="0" rtlCol="0" anchor="t"/>
          <a:lstStyle/>
          <a:p>
            <a:pPr marL="0" indent="0">
              <a:buNone/>
            </a:pPr>
            <a:r>
              <a:rPr lang="en-US" sz="1800" dirty="0">
                <a:solidFill>
                  <a:srgbClr val="5C574F"/>
                </a:solidFill>
                <a:latin typeface="Calibri" pitchFamily="34" charset="0"/>
                <a:ea typeface="Calibri" pitchFamily="34" charset="-122"/>
                <a:cs typeface="Calibri" pitchFamily="34" charset="-120"/>
              </a:rPr>
              <a:t>Baptism did not end your battle with sin. It enlisted you in the Lord’s army. Satan will press harder now, but God has not left you defenseless.</a:t>
            </a:r>
            <a:endParaRPr lang="en-US" sz="1800" dirty="0"/>
          </a:p>
        </p:txBody>
      </p:sp>
      <p:sp>
        <p:nvSpPr>
          <p:cNvPr id="7" name="Shape 5"/>
          <p:cNvSpPr/>
          <p:nvPr/>
        </p:nvSpPr>
        <p:spPr>
          <a:xfrm>
            <a:off x="685800" y="2651760"/>
            <a:ext cx="5272888" cy="0"/>
          </a:xfrm>
          <a:prstGeom prst="line">
            <a:avLst/>
          </a:prstGeom>
          <a:noFill/>
          <a:ln w="12700">
            <a:solidFill>
              <a:srgbClr val="DDD4C4"/>
            </a:solidFill>
            <a:prstDash val="solid"/>
          </a:ln>
        </p:spPr>
        <p:txBody>
          <a:bodyPr/>
          <a:lstStyle/>
          <a:p>
            <a:endParaRPr lang="en-US"/>
          </a:p>
        </p:txBody>
      </p:sp>
      <p:sp>
        <p:nvSpPr>
          <p:cNvPr id="8" name="Text 6"/>
          <p:cNvSpPr/>
          <p:nvPr/>
        </p:nvSpPr>
        <p:spPr>
          <a:xfrm>
            <a:off x="685800" y="2852928"/>
            <a:ext cx="5272888" cy="1874520"/>
          </a:xfrm>
          <a:prstGeom prst="rect">
            <a:avLst/>
          </a:prstGeom>
          <a:noFill/>
          <a:ln/>
        </p:spPr>
        <p:txBody>
          <a:bodyPr wrap="square" lIns="0" tIns="0" rIns="0" bIns="0" rtlCol="0" anchor="t"/>
          <a:lstStyle/>
          <a:p>
            <a:pPr marL="0" indent="0">
              <a:lnSpc>
                <a:spcPct val="110000"/>
              </a:lnSpc>
              <a:spcAft>
                <a:spcPts val="600"/>
              </a:spcAft>
              <a:buNone/>
            </a:pPr>
            <a:r>
              <a:rPr lang="en-US" sz="2200" b="1" dirty="0">
                <a:solidFill>
                  <a:srgbClr val="22201C"/>
                </a:solidFill>
                <a:latin typeface="Calibri" pitchFamily="34" charset="0"/>
                <a:ea typeface="Calibri" pitchFamily="34" charset="-122"/>
                <a:cs typeface="Calibri" pitchFamily="34" charset="-120"/>
              </a:rPr>
              <a:t>Resist</a:t>
            </a:r>
            <a:endParaRPr lang="en-US" sz="2200" dirty="0"/>
          </a:p>
          <a:p>
            <a:pPr marL="0" indent="0">
              <a:lnSpc>
                <a:spcPct val="110000"/>
              </a:lnSpc>
              <a:buNone/>
            </a:pPr>
            <a:r>
              <a:rPr lang="en-US" sz="1700" dirty="0">
                <a:solidFill>
                  <a:srgbClr val="5C574F"/>
                </a:solidFill>
                <a:latin typeface="Calibri" pitchFamily="34" charset="0"/>
                <a:ea typeface="Calibri" pitchFamily="34" charset="-122"/>
                <a:cs typeface="Calibri" pitchFamily="34" charset="-120"/>
              </a:rPr>
              <a:t>God will not let you be tempted beyond what you can bear; He makes a way of escape. Resist the devil and he will flee.</a:t>
            </a:r>
            <a:endParaRPr lang="en-US" sz="2200" dirty="0"/>
          </a:p>
        </p:txBody>
      </p:sp>
      <p:sp>
        <p:nvSpPr>
          <p:cNvPr id="9" name="Text 7"/>
          <p:cNvSpPr/>
          <p:nvPr/>
        </p:nvSpPr>
        <p:spPr>
          <a:xfrm>
            <a:off x="685800" y="4754880"/>
            <a:ext cx="5272888" cy="274320"/>
          </a:xfrm>
          <a:prstGeom prst="rect">
            <a:avLst/>
          </a:prstGeom>
          <a:noFill/>
          <a:ln/>
        </p:spPr>
        <p:txBody>
          <a:bodyPr wrap="square" lIns="0" tIns="0" rIns="0" bIns="0" rtlCol="0" anchor="b"/>
          <a:lstStyle/>
          <a:p>
            <a:pPr marL="0" indent="0">
              <a:buNone/>
            </a:pPr>
            <a:r>
              <a:rPr lang="en-US" sz="1300" b="1" dirty="0">
                <a:solidFill>
                  <a:srgbClr val="8F4519"/>
                </a:solidFill>
                <a:latin typeface="Calibri" pitchFamily="34" charset="0"/>
                <a:ea typeface="Calibri" pitchFamily="34" charset="-122"/>
                <a:cs typeface="Calibri" pitchFamily="34" charset="-120"/>
              </a:rPr>
              <a:t>1 Cor. 10:13; James 4:7; Eph. 6:10–11</a:t>
            </a:r>
            <a:endParaRPr lang="en-US" sz="1300" dirty="0"/>
          </a:p>
        </p:txBody>
      </p:sp>
      <p:sp>
        <p:nvSpPr>
          <p:cNvPr id="10" name="Shape 8"/>
          <p:cNvSpPr/>
          <p:nvPr/>
        </p:nvSpPr>
        <p:spPr>
          <a:xfrm>
            <a:off x="6233008" y="2651760"/>
            <a:ext cx="5272888" cy="0"/>
          </a:xfrm>
          <a:prstGeom prst="line">
            <a:avLst/>
          </a:prstGeom>
          <a:noFill/>
          <a:ln w="12700">
            <a:solidFill>
              <a:srgbClr val="DDD4C4"/>
            </a:solidFill>
            <a:prstDash val="solid"/>
          </a:ln>
        </p:spPr>
        <p:txBody>
          <a:bodyPr/>
          <a:lstStyle/>
          <a:p>
            <a:endParaRPr lang="en-US"/>
          </a:p>
        </p:txBody>
      </p:sp>
      <p:sp>
        <p:nvSpPr>
          <p:cNvPr id="11" name="Text 9"/>
          <p:cNvSpPr/>
          <p:nvPr/>
        </p:nvSpPr>
        <p:spPr>
          <a:xfrm>
            <a:off x="6233008" y="2852928"/>
            <a:ext cx="5272888" cy="1874520"/>
          </a:xfrm>
          <a:prstGeom prst="rect">
            <a:avLst/>
          </a:prstGeom>
          <a:noFill/>
          <a:ln/>
        </p:spPr>
        <p:txBody>
          <a:bodyPr wrap="square" lIns="0" tIns="0" rIns="0" bIns="0" rtlCol="0" anchor="t"/>
          <a:lstStyle/>
          <a:p>
            <a:pPr marL="0" indent="0">
              <a:lnSpc>
                <a:spcPct val="110000"/>
              </a:lnSpc>
              <a:spcAft>
                <a:spcPts val="600"/>
              </a:spcAft>
              <a:buNone/>
            </a:pPr>
            <a:r>
              <a:rPr lang="en-US" sz="2200" b="1" dirty="0">
                <a:solidFill>
                  <a:srgbClr val="22201C"/>
                </a:solidFill>
                <a:latin typeface="Calibri" pitchFamily="34" charset="0"/>
                <a:ea typeface="Calibri" pitchFamily="34" charset="-122"/>
                <a:cs typeface="Calibri" pitchFamily="34" charset="-120"/>
              </a:rPr>
              <a:t>When you stumble</a:t>
            </a:r>
            <a:endParaRPr lang="en-US" sz="2200" dirty="0"/>
          </a:p>
          <a:p>
            <a:pPr marL="0" indent="0">
              <a:lnSpc>
                <a:spcPct val="110000"/>
              </a:lnSpc>
              <a:buNone/>
            </a:pPr>
            <a:r>
              <a:rPr lang="en-US" sz="1700" dirty="0">
                <a:solidFill>
                  <a:srgbClr val="5C574F"/>
                </a:solidFill>
                <a:latin typeface="Calibri" pitchFamily="34" charset="0"/>
                <a:ea typeface="Calibri" pitchFamily="34" charset="-122"/>
                <a:cs typeface="Calibri" pitchFamily="34" charset="-120"/>
              </a:rPr>
              <a:t>You are not baptized again. Repent, confess your sin to God, and pray. As you walk in the light, the blood keeps cleansing you.</a:t>
            </a:r>
            <a:endParaRPr lang="en-US" sz="2200" dirty="0"/>
          </a:p>
        </p:txBody>
      </p:sp>
      <p:sp>
        <p:nvSpPr>
          <p:cNvPr id="12" name="Text 10"/>
          <p:cNvSpPr/>
          <p:nvPr/>
        </p:nvSpPr>
        <p:spPr>
          <a:xfrm>
            <a:off x="6233008" y="4754880"/>
            <a:ext cx="5272888" cy="274320"/>
          </a:xfrm>
          <a:prstGeom prst="rect">
            <a:avLst/>
          </a:prstGeom>
          <a:noFill/>
          <a:ln/>
        </p:spPr>
        <p:txBody>
          <a:bodyPr wrap="square" lIns="0" tIns="0" rIns="0" bIns="0" rtlCol="0" anchor="b"/>
          <a:lstStyle/>
          <a:p>
            <a:pPr marL="0" indent="0">
              <a:buNone/>
            </a:pPr>
            <a:r>
              <a:rPr lang="en-US" sz="1300" b="1" dirty="0">
                <a:solidFill>
                  <a:srgbClr val="8F4519"/>
                </a:solidFill>
                <a:latin typeface="Calibri" pitchFamily="34" charset="0"/>
                <a:ea typeface="Calibri" pitchFamily="34" charset="-122"/>
                <a:cs typeface="Calibri" pitchFamily="34" charset="-120"/>
              </a:rPr>
              <a:t>1 John 1:7–9; Acts 8:22; James 5:16</a:t>
            </a:r>
            <a:endParaRPr lang="en-US" sz="1300" dirty="0"/>
          </a:p>
        </p:txBody>
      </p:sp>
      <p:sp>
        <p:nvSpPr>
          <p:cNvPr id="13" name="Shape 11"/>
          <p:cNvSpPr/>
          <p:nvPr/>
        </p:nvSpPr>
        <p:spPr>
          <a:xfrm>
            <a:off x="685800" y="5486400"/>
            <a:ext cx="10820095" cy="0"/>
          </a:xfrm>
          <a:prstGeom prst="line">
            <a:avLst/>
          </a:prstGeom>
          <a:noFill/>
          <a:ln w="12700">
            <a:solidFill>
              <a:srgbClr val="8F4519"/>
            </a:solidFill>
            <a:prstDash val="solid"/>
          </a:ln>
        </p:spPr>
        <p:txBody>
          <a:bodyPr/>
          <a:lstStyle/>
          <a:p>
            <a:endParaRPr lang="en-US"/>
          </a:p>
        </p:txBody>
      </p:sp>
      <p:sp>
        <p:nvSpPr>
          <p:cNvPr id="14" name="Text 12"/>
          <p:cNvSpPr/>
          <p:nvPr/>
        </p:nvSpPr>
        <p:spPr>
          <a:xfrm>
            <a:off x="685800" y="5559552"/>
            <a:ext cx="10820095" cy="585216"/>
          </a:xfrm>
          <a:prstGeom prst="rect">
            <a:avLst/>
          </a:prstGeom>
          <a:noFill/>
          <a:ln/>
        </p:spPr>
        <p:txBody>
          <a:bodyPr wrap="square" lIns="0" tIns="0" rIns="0" bIns="0" rtlCol="0" anchor="ctr"/>
          <a:lstStyle/>
          <a:p>
            <a:pPr marL="0" indent="0">
              <a:buNone/>
            </a:pPr>
            <a:r>
              <a:rPr lang="en-US" sz="1200" b="1" kern="0" spc="200" dirty="0">
                <a:solidFill>
                  <a:srgbClr val="8F4519"/>
                </a:solidFill>
                <a:latin typeface="Calibri" pitchFamily="34" charset="0"/>
                <a:ea typeface="Calibri" pitchFamily="34" charset="-122"/>
                <a:cs typeface="Calibri" pitchFamily="34" charset="-120"/>
              </a:rPr>
              <a:t>TODAY   </a:t>
            </a:r>
            <a:r>
              <a:rPr lang="en-US" sz="1500" dirty="0">
                <a:solidFill>
                  <a:srgbClr val="22201C"/>
                </a:solidFill>
                <a:latin typeface="Calibri" pitchFamily="34" charset="0"/>
                <a:ea typeface="Calibri" pitchFamily="34" charset="-122"/>
                <a:cs typeface="Calibri" pitchFamily="34" charset="-120"/>
              </a:rPr>
              <a:t>Delete the app, leave the group chat, change the route home. Flee temptation; do not flirt with it.  2 Timothy 2:22</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6F2EA"/>
        </a:solidFill>
        <a:effectLst/>
      </p:bgPr>
    </p:bg>
    <p:spTree>
      <p:nvGrpSpPr>
        <p:cNvPr id="1" name=""/>
        <p:cNvGrpSpPr/>
        <p:nvPr/>
      </p:nvGrpSpPr>
      <p:grpSpPr>
        <a:xfrm>
          <a:off x="0" y="0"/>
          <a:ext cx="0" cy="0"/>
          <a:chOff x="0" y="0"/>
          <a:chExt cx="0" cy="0"/>
        </a:xfrm>
      </p:grpSpPr>
      <p:sp>
        <p:nvSpPr>
          <p:cNvPr id="2" name="Text 0"/>
          <p:cNvSpPr/>
          <p:nvPr/>
        </p:nvSpPr>
        <p:spPr>
          <a:xfrm>
            <a:off x="685800" y="502920"/>
            <a:ext cx="10820095" cy="274320"/>
          </a:xfrm>
          <a:prstGeom prst="rect">
            <a:avLst/>
          </a:prstGeom>
          <a:noFill/>
          <a:ln/>
        </p:spPr>
        <p:txBody>
          <a:bodyPr wrap="square" lIns="0" tIns="0" rIns="0" bIns="0" rtlCol="0" anchor="ctr"/>
          <a:lstStyle/>
          <a:p>
            <a:pPr marL="0" indent="0">
              <a:buNone/>
            </a:pPr>
            <a:r>
              <a:rPr lang="en-US" sz="1200" b="1" kern="0" spc="300" dirty="0">
                <a:solidFill>
                  <a:srgbClr val="8F4519"/>
                </a:solidFill>
                <a:latin typeface="Calibri" pitchFamily="34" charset="0"/>
                <a:ea typeface="Calibri" pitchFamily="34" charset="-122"/>
                <a:cs typeface="Calibri" pitchFamily="34" charset="-120"/>
              </a:rPr>
              <a:t>LESSON 3 · ASSURANCE</a:t>
            </a:r>
            <a:endParaRPr lang="en-US" sz="1200" dirty="0"/>
          </a:p>
        </p:txBody>
      </p:sp>
      <p:sp>
        <p:nvSpPr>
          <p:cNvPr id="3" name="Text 1"/>
          <p:cNvSpPr/>
          <p:nvPr/>
        </p:nvSpPr>
        <p:spPr>
          <a:xfrm>
            <a:off x="685800" y="822960"/>
            <a:ext cx="10820095" cy="777240"/>
          </a:xfrm>
          <a:prstGeom prst="rect">
            <a:avLst/>
          </a:prstGeom>
          <a:noFill/>
          <a:ln/>
        </p:spPr>
        <p:txBody>
          <a:bodyPr wrap="square" lIns="0" tIns="0" rIns="0" bIns="0" rtlCol="0" anchor="t"/>
          <a:lstStyle/>
          <a:p>
            <a:pPr marL="0" indent="0">
              <a:buNone/>
            </a:pPr>
            <a:r>
              <a:rPr lang="en-US" sz="3400" b="1" dirty="0">
                <a:solidFill>
                  <a:srgbClr val="22201C"/>
                </a:solidFill>
                <a:latin typeface="Georgia" pitchFamily="34" charset="0"/>
                <a:ea typeface="Georgia" pitchFamily="34" charset="-122"/>
                <a:cs typeface="Georgia" pitchFamily="34" charset="-120"/>
              </a:rPr>
              <a:t>You can know you are saved</a:t>
            </a:r>
            <a:endParaRPr lang="en-US" sz="3400" dirty="0"/>
          </a:p>
        </p:txBody>
      </p:sp>
      <p:sp>
        <p:nvSpPr>
          <p:cNvPr id="4" name="Text 2"/>
          <p:cNvSpPr/>
          <p:nvPr/>
        </p:nvSpPr>
        <p:spPr>
          <a:xfrm>
            <a:off x="685800" y="6400800"/>
            <a:ext cx="5486400" cy="274320"/>
          </a:xfrm>
          <a:prstGeom prst="rect">
            <a:avLst/>
          </a:prstGeom>
          <a:noFill/>
          <a:ln/>
        </p:spPr>
        <p:txBody>
          <a:bodyPr wrap="square" lIns="0" tIns="0" rIns="0" bIns="0" rtlCol="0" anchor="ctr"/>
          <a:lstStyle/>
          <a:p>
            <a:pPr marL="0" indent="0">
              <a:buNone/>
            </a:pPr>
            <a:r>
              <a:rPr lang="en-US" sz="1000" dirty="0">
                <a:solidFill>
                  <a:srgbClr val="5C574F"/>
                </a:solidFill>
                <a:latin typeface="Calibri" pitchFamily="34" charset="0"/>
                <a:ea typeface="Calibri" pitchFamily="34" charset="-122"/>
                <a:cs typeface="Calibri" pitchFamily="34" charset="-120"/>
              </a:rPr>
              <a:t>Welcome to the Family of God</a:t>
            </a:r>
            <a:endParaRPr lang="en-US" sz="1000" dirty="0"/>
          </a:p>
        </p:txBody>
      </p:sp>
      <p:sp>
        <p:nvSpPr>
          <p:cNvPr id="5" name="Text 3"/>
          <p:cNvSpPr/>
          <p:nvPr/>
        </p:nvSpPr>
        <p:spPr>
          <a:xfrm>
            <a:off x="10591495" y="6400800"/>
            <a:ext cx="914400" cy="274320"/>
          </a:xfrm>
          <a:prstGeom prst="rect">
            <a:avLst/>
          </a:prstGeom>
          <a:noFill/>
          <a:ln/>
        </p:spPr>
        <p:txBody>
          <a:bodyPr wrap="square" lIns="0" tIns="0" rIns="0" bIns="0" rtlCol="0" anchor="ctr"/>
          <a:lstStyle/>
          <a:p>
            <a:pPr marL="0" indent="0" algn="r">
              <a:buNone/>
            </a:pPr>
            <a:r>
              <a:rPr lang="en-US" sz="1000" dirty="0">
                <a:solidFill>
                  <a:srgbClr val="5C574F"/>
                </a:solidFill>
                <a:latin typeface="Calibri" pitchFamily="34" charset="0"/>
                <a:ea typeface="Calibri" pitchFamily="34" charset="-122"/>
                <a:cs typeface="Calibri" pitchFamily="34" charset="-120"/>
              </a:rPr>
              <a:t>29</a:t>
            </a:r>
            <a:endParaRPr lang="en-US" sz="1000" dirty="0"/>
          </a:p>
        </p:txBody>
      </p:sp>
      <p:sp>
        <p:nvSpPr>
          <p:cNvPr id="6" name="Text 4"/>
          <p:cNvSpPr/>
          <p:nvPr/>
        </p:nvSpPr>
        <p:spPr>
          <a:xfrm>
            <a:off x="685800" y="1645920"/>
            <a:ext cx="10424160" cy="868680"/>
          </a:xfrm>
          <a:prstGeom prst="rect">
            <a:avLst/>
          </a:prstGeom>
          <a:noFill/>
          <a:ln/>
        </p:spPr>
        <p:txBody>
          <a:bodyPr wrap="square" lIns="0" tIns="0" rIns="0" bIns="0" rtlCol="0" anchor="t"/>
          <a:lstStyle/>
          <a:p>
            <a:pPr marL="0" indent="0">
              <a:buNone/>
            </a:pPr>
            <a:r>
              <a:rPr lang="en-US" sz="1900" i="1" dirty="0">
                <a:solidFill>
                  <a:srgbClr val="22201C"/>
                </a:solidFill>
                <a:latin typeface="Georgia" pitchFamily="34" charset="0"/>
                <a:ea typeface="Georgia" pitchFamily="34" charset="-122"/>
                <a:cs typeface="Georgia" pitchFamily="34" charset="-120"/>
              </a:rPr>
              <a:t>“These things have I written unto you that believe on the name of the Son of God; that ye may know that ye have eternal life.”  </a:t>
            </a:r>
            <a:r>
              <a:rPr lang="en-US" sz="1500" b="1" dirty="0">
                <a:solidFill>
                  <a:srgbClr val="8F4519"/>
                </a:solidFill>
                <a:latin typeface="Calibri" pitchFamily="34" charset="0"/>
                <a:ea typeface="Calibri" pitchFamily="34" charset="-122"/>
                <a:cs typeface="Calibri" pitchFamily="34" charset="-120"/>
              </a:rPr>
              <a:t>1 John 5:13</a:t>
            </a:r>
            <a:endParaRPr lang="en-US" sz="1900" dirty="0"/>
          </a:p>
        </p:txBody>
      </p:sp>
      <p:sp>
        <p:nvSpPr>
          <p:cNvPr id="7" name="Shape 5"/>
          <p:cNvSpPr/>
          <p:nvPr/>
        </p:nvSpPr>
        <p:spPr>
          <a:xfrm>
            <a:off x="685800" y="2743200"/>
            <a:ext cx="3454298" cy="0"/>
          </a:xfrm>
          <a:prstGeom prst="line">
            <a:avLst/>
          </a:prstGeom>
          <a:noFill/>
          <a:ln w="12700">
            <a:solidFill>
              <a:srgbClr val="DDD4C4"/>
            </a:solidFill>
            <a:prstDash val="solid"/>
          </a:ln>
        </p:spPr>
        <p:txBody>
          <a:bodyPr/>
          <a:lstStyle/>
          <a:p>
            <a:endParaRPr lang="en-US"/>
          </a:p>
        </p:txBody>
      </p:sp>
      <p:sp>
        <p:nvSpPr>
          <p:cNvPr id="8" name="Text 6"/>
          <p:cNvSpPr/>
          <p:nvPr/>
        </p:nvSpPr>
        <p:spPr>
          <a:xfrm>
            <a:off x="685800" y="2944368"/>
            <a:ext cx="3454298" cy="1783080"/>
          </a:xfrm>
          <a:prstGeom prst="rect">
            <a:avLst/>
          </a:prstGeom>
          <a:noFill/>
          <a:ln/>
        </p:spPr>
        <p:txBody>
          <a:bodyPr wrap="square" lIns="0" tIns="0" rIns="0" bIns="0" rtlCol="0" anchor="t"/>
          <a:lstStyle/>
          <a:p>
            <a:pPr marL="0" indent="0">
              <a:lnSpc>
                <a:spcPct val="110000"/>
              </a:lnSpc>
              <a:spcAft>
                <a:spcPts val="600"/>
              </a:spcAft>
              <a:buNone/>
            </a:pPr>
            <a:r>
              <a:rPr lang="en-US" sz="2000" b="1" dirty="0">
                <a:solidFill>
                  <a:srgbClr val="22201C"/>
                </a:solidFill>
                <a:latin typeface="Calibri" pitchFamily="34" charset="0"/>
                <a:ea typeface="Calibri" pitchFamily="34" charset="-122"/>
                <a:cs typeface="Calibri" pitchFamily="34" charset="-120"/>
              </a:rPr>
              <a:t>Built on God’s promise</a:t>
            </a:r>
            <a:endParaRPr lang="en-US" sz="2000" dirty="0"/>
          </a:p>
          <a:p>
            <a:pPr marL="0" indent="0">
              <a:lnSpc>
                <a:spcPct val="110000"/>
              </a:lnSpc>
              <a:buNone/>
            </a:pPr>
            <a:r>
              <a:rPr lang="en-US" sz="1700" dirty="0">
                <a:solidFill>
                  <a:srgbClr val="5C574F"/>
                </a:solidFill>
                <a:latin typeface="Calibri" pitchFamily="34" charset="0"/>
                <a:ea typeface="Calibri" pitchFamily="34" charset="-122"/>
                <a:cs typeface="Calibri" pitchFamily="34" charset="-120"/>
              </a:rPr>
              <a:t>Not on how you feel today. God cannot lie.</a:t>
            </a:r>
            <a:endParaRPr lang="en-US" sz="2000" dirty="0"/>
          </a:p>
        </p:txBody>
      </p:sp>
      <p:sp>
        <p:nvSpPr>
          <p:cNvPr id="9" name="Text 7"/>
          <p:cNvSpPr/>
          <p:nvPr/>
        </p:nvSpPr>
        <p:spPr>
          <a:xfrm>
            <a:off x="685800" y="4754880"/>
            <a:ext cx="3454298" cy="274320"/>
          </a:xfrm>
          <a:prstGeom prst="rect">
            <a:avLst/>
          </a:prstGeom>
          <a:noFill/>
          <a:ln/>
        </p:spPr>
        <p:txBody>
          <a:bodyPr wrap="square" lIns="0" tIns="0" rIns="0" bIns="0" rtlCol="0" anchor="b"/>
          <a:lstStyle/>
          <a:p>
            <a:pPr marL="0" indent="0">
              <a:buNone/>
            </a:pPr>
            <a:r>
              <a:rPr lang="en-US" sz="1300" b="1" dirty="0">
                <a:solidFill>
                  <a:srgbClr val="8F4519"/>
                </a:solidFill>
                <a:latin typeface="Calibri" pitchFamily="34" charset="0"/>
                <a:ea typeface="Calibri" pitchFamily="34" charset="-122"/>
                <a:cs typeface="Calibri" pitchFamily="34" charset="-120"/>
              </a:rPr>
              <a:t>Mark 16:16; Titus 1:2</a:t>
            </a:r>
            <a:endParaRPr lang="en-US" sz="1300" dirty="0"/>
          </a:p>
        </p:txBody>
      </p:sp>
      <p:sp>
        <p:nvSpPr>
          <p:cNvPr id="10" name="Shape 8"/>
          <p:cNvSpPr/>
          <p:nvPr/>
        </p:nvSpPr>
        <p:spPr>
          <a:xfrm>
            <a:off x="4368698" y="2743200"/>
            <a:ext cx="3454298" cy="0"/>
          </a:xfrm>
          <a:prstGeom prst="line">
            <a:avLst/>
          </a:prstGeom>
          <a:noFill/>
          <a:ln w="12700">
            <a:solidFill>
              <a:srgbClr val="DDD4C4"/>
            </a:solidFill>
            <a:prstDash val="solid"/>
          </a:ln>
        </p:spPr>
        <p:txBody>
          <a:bodyPr/>
          <a:lstStyle/>
          <a:p>
            <a:endParaRPr lang="en-US"/>
          </a:p>
        </p:txBody>
      </p:sp>
      <p:sp>
        <p:nvSpPr>
          <p:cNvPr id="11" name="Text 9"/>
          <p:cNvSpPr/>
          <p:nvPr/>
        </p:nvSpPr>
        <p:spPr>
          <a:xfrm>
            <a:off x="4368698" y="2944368"/>
            <a:ext cx="3454298" cy="1783080"/>
          </a:xfrm>
          <a:prstGeom prst="rect">
            <a:avLst/>
          </a:prstGeom>
          <a:noFill/>
          <a:ln/>
        </p:spPr>
        <p:txBody>
          <a:bodyPr wrap="square" lIns="0" tIns="0" rIns="0" bIns="0" rtlCol="0" anchor="t"/>
          <a:lstStyle/>
          <a:p>
            <a:pPr marL="0" indent="0">
              <a:lnSpc>
                <a:spcPct val="110000"/>
              </a:lnSpc>
              <a:spcAft>
                <a:spcPts val="600"/>
              </a:spcAft>
              <a:buNone/>
            </a:pPr>
            <a:r>
              <a:rPr lang="en-US" sz="2000" b="1" dirty="0">
                <a:solidFill>
                  <a:srgbClr val="22201C"/>
                </a:solidFill>
                <a:latin typeface="Calibri" pitchFamily="34" charset="0"/>
                <a:ea typeface="Calibri" pitchFamily="34" charset="-122"/>
                <a:cs typeface="Calibri" pitchFamily="34" charset="-120"/>
              </a:rPr>
              <a:t>Kept in the light</a:t>
            </a:r>
            <a:endParaRPr lang="en-US" sz="2000" dirty="0"/>
          </a:p>
          <a:p>
            <a:pPr marL="0" indent="0">
              <a:lnSpc>
                <a:spcPct val="110000"/>
              </a:lnSpc>
              <a:buNone/>
            </a:pPr>
            <a:r>
              <a:rPr lang="en-US" sz="1700" dirty="0">
                <a:solidFill>
                  <a:srgbClr val="5C574F"/>
                </a:solidFill>
                <a:latin typeface="Calibri" pitchFamily="34" charset="0"/>
                <a:ea typeface="Calibri" pitchFamily="34" charset="-122"/>
                <a:cs typeface="Calibri" pitchFamily="34" charset="-120"/>
              </a:rPr>
              <a:t>As you walk with Him, the blood keeps cleansing.</a:t>
            </a:r>
            <a:endParaRPr lang="en-US" sz="2000" dirty="0"/>
          </a:p>
        </p:txBody>
      </p:sp>
      <p:sp>
        <p:nvSpPr>
          <p:cNvPr id="12" name="Text 10"/>
          <p:cNvSpPr/>
          <p:nvPr/>
        </p:nvSpPr>
        <p:spPr>
          <a:xfrm>
            <a:off x="4368698" y="4754880"/>
            <a:ext cx="3454298" cy="274320"/>
          </a:xfrm>
          <a:prstGeom prst="rect">
            <a:avLst/>
          </a:prstGeom>
          <a:noFill/>
          <a:ln/>
        </p:spPr>
        <p:txBody>
          <a:bodyPr wrap="square" lIns="0" tIns="0" rIns="0" bIns="0" rtlCol="0" anchor="b"/>
          <a:lstStyle/>
          <a:p>
            <a:pPr marL="0" indent="0">
              <a:buNone/>
            </a:pPr>
            <a:r>
              <a:rPr lang="en-US" sz="1300" b="1" dirty="0">
                <a:solidFill>
                  <a:srgbClr val="8F4519"/>
                </a:solidFill>
                <a:latin typeface="Calibri" pitchFamily="34" charset="0"/>
                <a:ea typeface="Calibri" pitchFamily="34" charset="-122"/>
                <a:cs typeface="Calibri" pitchFamily="34" charset="-120"/>
              </a:rPr>
              <a:t>1 John 1:7</a:t>
            </a:r>
            <a:endParaRPr lang="en-US" sz="1300" dirty="0"/>
          </a:p>
        </p:txBody>
      </p:sp>
      <p:sp>
        <p:nvSpPr>
          <p:cNvPr id="13" name="Shape 11"/>
          <p:cNvSpPr/>
          <p:nvPr/>
        </p:nvSpPr>
        <p:spPr>
          <a:xfrm>
            <a:off x="8051597" y="2743200"/>
            <a:ext cx="3454298" cy="0"/>
          </a:xfrm>
          <a:prstGeom prst="line">
            <a:avLst/>
          </a:prstGeom>
          <a:noFill/>
          <a:ln w="12700">
            <a:solidFill>
              <a:srgbClr val="DDD4C4"/>
            </a:solidFill>
            <a:prstDash val="solid"/>
          </a:ln>
        </p:spPr>
        <p:txBody>
          <a:bodyPr/>
          <a:lstStyle/>
          <a:p>
            <a:endParaRPr lang="en-US"/>
          </a:p>
        </p:txBody>
      </p:sp>
      <p:sp>
        <p:nvSpPr>
          <p:cNvPr id="14" name="Text 12"/>
          <p:cNvSpPr/>
          <p:nvPr/>
        </p:nvSpPr>
        <p:spPr>
          <a:xfrm>
            <a:off x="8051597" y="2944368"/>
            <a:ext cx="3454298" cy="1783080"/>
          </a:xfrm>
          <a:prstGeom prst="rect">
            <a:avLst/>
          </a:prstGeom>
          <a:noFill/>
          <a:ln/>
        </p:spPr>
        <p:txBody>
          <a:bodyPr wrap="square" lIns="0" tIns="0" rIns="0" bIns="0" rtlCol="0" anchor="t"/>
          <a:lstStyle/>
          <a:p>
            <a:pPr marL="0" indent="0">
              <a:lnSpc>
                <a:spcPct val="110000"/>
              </a:lnSpc>
              <a:spcAft>
                <a:spcPts val="600"/>
              </a:spcAft>
              <a:buNone/>
            </a:pPr>
            <a:r>
              <a:rPr lang="en-US" sz="2000" b="1" dirty="0">
                <a:solidFill>
                  <a:srgbClr val="22201C"/>
                </a:solidFill>
                <a:latin typeface="Calibri" pitchFamily="34" charset="0"/>
                <a:ea typeface="Calibri" pitchFamily="34" charset="-122"/>
                <a:cs typeface="Calibri" pitchFamily="34" charset="-120"/>
              </a:rPr>
              <a:t>No condemnation</a:t>
            </a:r>
            <a:endParaRPr lang="en-US" sz="2000" dirty="0"/>
          </a:p>
          <a:p>
            <a:pPr marL="0" indent="0">
              <a:lnSpc>
                <a:spcPct val="110000"/>
              </a:lnSpc>
              <a:buNone/>
            </a:pPr>
            <a:r>
              <a:rPr lang="en-US" sz="1700" dirty="0">
                <a:solidFill>
                  <a:srgbClr val="5C574F"/>
                </a:solidFill>
                <a:latin typeface="Calibri" pitchFamily="34" charset="0"/>
                <a:ea typeface="Calibri" pitchFamily="34" charset="-122"/>
                <a:cs typeface="Calibri" pitchFamily="34" charset="-120"/>
              </a:rPr>
              <a:t>Those in Christ are not under God’s sentence.</a:t>
            </a:r>
            <a:endParaRPr lang="en-US" sz="2000" dirty="0"/>
          </a:p>
        </p:txBody>
      </p:sp>
      <p:sp>
        <p:nvSpPr>
          <p:cNvPr id="15" name="Text 13"/>
          <p:cNvSpPr/>
          <p:nvPr/>
        </p:nvSpPr>
        <p:spPr>
          <a:xfrm>
            <a:off x="8051597" y="4754880"/>
            <a:ext cx="3454298" cy="274320"/>
          </a:xfrm>
          <a:prstGeom prst="rect">
            <a:avLst/>
          </a:prstGeom>
          <a:noFill/>
          <a:ln/>
        </p:spPr>
        <p:txBody>
          <a:bodyPr wrap="square" lIns="0" tIns="0" rIns="0" bIns="0" rtlCol="0" anchor="b"/>
          <a:lstStyle/>
          <a:p>
            <a:pPr marL="0" indent="0">
              <a:buNone/>
            </a:pPr>
            <a:r>
              <a:rPr lang="en-US" sz="1300" b="1" dirty="0">
                <a:solidFill>
                  <a:srgbClr val="8F4519"/>
                </a:solidFill>
                <a:latin typeface="Calibri" pitchFamily="34" charset="0"/>
                <a:ea typeface="Calibri" pitchFamily="34" charset="-122"/>
                <a:cs typeface="Calibri" pitchFamily="34" charset="-120"/>
              </a:rPr>
              <a:t>Romans 8:1</a:t>
            </a:r>
            <a:endParaRPr lang="en-US" sz="1300" dirty="0"/>
          </a:p>
        </p:txBody>
      </p:sp>
      <p:sp>
        <p:nvSpPr>
          <p:cNvPr id="16" name="Shape 14"/>
          <p:cNvSpPr/>
          <p:nvPr/>
        </p:nvSpPr>
        <p:spPr>
          <a:xfrm>
            <a:off x="685800" y="5486400"/>
            <a:ext cx="10820095" cy="0"/>
          </a:xfrm>
          <a:prstGeom prst="line">
            <a:avLst/>
          </a:prstGeom>
          <a:noFill/>
          <a:ln w="12700">
            <a:solidFill>
              <a:srgbClr val="8F4519"/>
            </a:solidFill>
            <a:prstDash val="solid"/>
          </a:ln>
        </p:spPr>
        <p:txBody>
          <a:bodyPr/>
          <a:lstStyle/>
          <a:p>
            <a:endParaRPr lang="en-US"/>
          </a:p>
        </p:txBody>
      </p:sp>
      <p:sp>
        <p:nvSpPr>
          <p:cNvPr id="17" name="Text 15"/>
          <p:cNvSpPr/>
          <p:nvPr/>
        </p:nvSpPr>
        <p:spPr>
          <a:xfrm>
            <a:off x="685800" y="5559552"/>
            <a:ext cx="10820095" cy="585216"/>
          </a:xfrm>
          <a:prstGeom prst="rect">
            <a:avLst/>
          </a:prstGeom>
          <a:noFill/>
          <a:ln/>
        </p:spPr>
        <p:txBody>
          <a:bodyPr wrap="square" lIns="0" tIns="0" rIns="0" bIns="0" rtlCol="0" anchor="ctr"/>
          <a:lstStyle/>
          <a:p>
            <a:pPr marL="0" indent="0">
              <a:buNone/>
            </a:pPr>
            <a:r>
              <a:rPr lang="en-US" sz="1200" b="1" kern="0" spc="200" dirty="0">
                <a:solidFill>
                  <a:srgbClr val="8F4519"/>
                </a:solidFill>
                <a:latin typeface="Calibri" pitchFamily="34" charset="0"/>
                <a:ea typeface="Calibri" pitchFamily="34" charset="-122"/>
                <a:cs typeface="Calibri" pitchFamily="34" charset="-120"/>
              </a:rPr>
              <a:t>TODAY   </a:t>
            </a:r>
            <a:r>
              <a:rPr lang="en-US" sz="1500" dirty="0">
                <a:solidFill>
                  <a:srgbClr val="22201C"/>
                </a:solidFill>
                <a:latin typeface="Calibri" pitchFamily="34" charset="0"/>
                <a:ea typeface="Calibri" pitchFamily="34" charset="-122"/>
                <a:cs typeface="Calibri" pitchFamily="34" charset="-120"/>
              </a:rPr>
              <a:t>A child does not wake up wondering if he is still in the family. Live as God’s child: confident and faithful.</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C2826"/>
        </a:solidFill>
        <a:effectLst/>
      </p:bgPr>
    </p:bg>
    <p:spTree>
      <p:nvGrpSpPr>
        <p:cNvPr id="1" name=""/>
        <p:cNvGrpSpPr/>
        <p:nvPr/>
      </p:nvGrpSpPr>
      <p:grpSpPr>
        <a:xfrm>
          <a:off x="0" y="0"/>
          <a:ext cx="0" cy="0"/>
          <a:chOff x="0" y="0"/>
          <a:chExt cx="0" cy="0"/>
        </a:xfrm>
      </p:grpSpPr>
      <p:sp>
        <p:nvSpPr>
          <p:cNvPr id="2" name="Text 0"/>
          <p:cNvSpPr/>
          <p:nvPr/>
        </p:nvSpPr>
        <p:spPr>
          <a:xfrm>
            <a:off x="685800" y="685800"/>
            <a:ext cx="10820095" cy="274320"/>
          </a:xfrm>
          <a:prstGeom prst="rect">
            <a:avLst/>
          </a:prstGeom>
          <a:noFill/>
          <a:ln/>
        </p:spPr>
        <p:txBody>
          <a:bodyPr wrap="square" lIns="0" tIns="0" rIns="0" bIns="0" rtlCol="0" anchor="ctr"/>
          <a:lstStyle/>
          <a:p>
            <a:pPr marL="0" indent="0">
              <a:buNone/>
            </a:pPr>
            <a:r>
              <a:rPr lang="en-US" sz="1200" b="1" kern="0" spc="300" dirty="0">
                <a:solidFill>
                  <a:srgbClr val="E3A672"/>
                </a:solidFill>
                <a:latin typeface="Calibri" pitchFamily="34" charset="0"/>
                <a:ea typeface="Calibri" pitchFamily="34" charset="-122"/>
                <a:cs typeface="Calibri" pitchFamily="34" charset="-120"/>
              </a:rPr>
              <a:t>LESSON 3 · FINISH WHAT YOU STARTED</a:t>
            </a:r>
            <a:endParaRPr lang="en-US" sz="1200" dirty="0"/>
          </a:p>
        </p:txBody>
      </p:sp>
      <p:sp>
        <p:nvSpPr>
          <p:cNvPr id="3" name="Text 1"/>
          <p:cNvSpPr/>
          <p:nvPr/>
        </p:nvSpPr>
        <p:spPr>
          <a:xfrm>
            <a:off x="685800" y="1097280"/>
            <a:ext cx="10088575" cy="2468880"/>
          </a:xfrm>
          <a:prstGeom prst="rect">
            <a:avLst/>
          </a:prstGeom>
          <a:noFill/>
          <a:ln/>
        </p:spPr>
        <p:txBody>
          <a:bodyPr wrap="square" lIns="0" tIns="0" rIns="0" bIns="0" rtlCol="0" anchor="ctr"/>
          <a:lstStyle/>
          <a:p>
            <a:pPr marL="0" indent="0">
              <a:lnSpc>
                <a:spcPct val="110000"/>
              </a:lnSpc>
              <a:buNone/>
            </a:pPr>
            <a:r>
              <a:rPr lang="en-US" sz="3400" i="1" dirty="0">
                <a:solidFill>
                  <a:srgbClr val="F3EEE4"/>
                </a:solidFill>
                <a:latin typeface="Georgia" pitchFamily="34" charset="0"/>
                <a:ea typeface="Georgia" pitchFamily="34" charset="-122"/>
                <a:cs typeface="Georgia" pitchFamily="34" charset="-120"/>
              </a:rPr>
              <a:t>“Be thou faithful unto death, and I will give thee a crown of life.”</a:t>
            </a:r>
            <a:endParaRPr lang="en-US" sz="3400" dirty="0"/>
          </a:p>
        </p:txBody>
      </p:sp>
      <p:sp>
        <p:nvSpPr>
          <p:cNvPr id="4" name="Text 2"/>
          <p:cNvSpPr/>
          <p:nvPr/>
        </p:nvSpPr>
        <p:spPr>
          <a:xfrm>
            <a:off x="685800" y="3703320"/>
            <a:ext cx="10820095" cy="320040"/>
          </a:xfrm>
          <a:prstGeom prst="rect">
            <a:avLst/>
          </a:prstGeom>
          <a:noFill/>
          <a:ln/>
        </p:spPr>
        <p:txBody>
          <a:bodyPr wrap="square" lIns="0" tIns="0" rIns="0" bIns="0" rtlCol="0" anchor="ctr"/>
          <a:lstStyle/>
          <a:p>
            <a:pPr marL="0" indent="0">
              <a:buNone/>
            </a:pPr>
            <a:r>
              <a:rPr lang="en-US" sz="1600" b="1" dirty="0">
                <a:solidFill>
                  <a:srgbClr val="E3A672"/>
                </a:solidFill>
                <a:latin typeface="Calibri" pitchFamily="34" charset="0"/>
                <a:ea typeface="Calibri" pitchFamily="34" charset="-122"/>
                <a:cs typeface="Calibri" pitchFamily="34" charset="-120"/>
              </a:rPr>
              <a:t>Revelation 2:10</a:t>
            </a:r>
            <a:endParaRPr lang="en-US" sz="1600" dirty="0"/>
          </a:p>
        </p:txBody>
      </p:sp>
      <p:sp>
        <p:nvSpPr>
          <p:cNvPr id="5" name="Shape 3"/>
          <p:cNvSpPr/>
          <p:nvPr/>
        </p:nvSpPr>
        <p:spPr>
          <a:xfrm>
            <a:off x="685800" y="4251960"/>
            <a:ext cx="1097280" cy="0"/>
          </a:xfrm>
          <a:prstGeom prst="line">
            <a:avLst/>
          </a:prstGeom>
          <a:noFill/>
          <a:ln w="19050">
            <a:solidFill>
              <a:srgbClr val="E3A672"/>
            </a:solidFill>
            <a:prstDash val="solid"/>
          </a:ln>
        </p:spPr>
        <p:txBody>
          <a:bodyPr/>
          <a:lstStyle/>
          <a:p>
            <a:endParaRPr lang="en-US"/>
          </a:p>
        </p:txBody>
      </p:sp>
      <p:sp>
        <p:nvSpPr>
          <p:cNvPr id="6" name="Text 4"/>
          <p:cNvSpPr/>
          <p:nvPr/>
        </p:nvSpPr>
        <p:spPr>
          <a:xfrm>
            <a:off x="685800" y="4434840"/>
            <a:ext cx="10820095" cy="914400"/>
          </a:xfrm>
          <a:prstGeom prst="rect">
            <a:avLst/>
          </a:prstGeom>
          <a:noFill/>
          <a:ln/>
        </p:spPr>
        <p:txBody>
          <a:bodyPr wrap="square" lIns="0" tIns="0" rIns="0" bIns="0" rtlCol="0" anchor="t"/>
          <a:lstStyle/>
          <a:p>
            <a:pPr marL="0" indent="0">
              <a:lnSpc>
                <a:spcPct val="112000"/>
              </a:lnSpc>
              <a:buNone/>
            </a:pPr>
            <a:r>
              <a:rPr lang="en-US" sz="1700" dirty="0">
                <a:solidFill>
                  <a:srgbClr val="C3CBC8"/>
                </a:solidFill>
                <a:latin typeface="Calibri" pitchFamily="34" charset="0"/>
                <a:ea typeface="Calibri" pitchFamily="34" charset="-122"/>
                <a:cs typeface="Calibri" pitchFamily="34" charset="-120"/>
              </a:rPr>
              <a:t>A Christian can fall away. Scripture warns saved people to take heed lest an evil heart of unbelief turn them from the living God. Salvation is kept by continuing in the faith.  </a:t>
            </a:r>
            <a:r>
              <a:rPr lang="en-US" sz="1400" b="1" dirty="0">
                <a:solidFill>
                  <a:srgbClr val="E3A672"/>
                </a:solidFill>
                <a:latin typeface="Calibri" pitchFamily="34" charset="0"/>
                <a:ea typeface="Calibri" pitchFamily="34" charset="-122"/>
                <a:cs typeface="Calibri" pitchFamily="34" charset="-120"/>
              </a:rPr>
              <a:t>Hebrews 3:12–14; Galatians 5:4; 2 Peter 2:20–22; Matthew 24:13</a:t>
            </a:r>
            <a:endParaRPr lang="en-US" sz="1700" dirty="0"/>
          </a:p>
        </p:txBody>
      </p:sp>
      <p:sp>
        <p:nvSpPr>
          <p:cNvPr id="7" name="Shape 5"/>
          <p:cNvSpPr/>
          <p:nvPr/>
        </p:nvSpPr>
        <p:spPr>
          <a:xfrm>
            <a:off x="685800" y="5486400"/>
            <a:ext cx="10820095" cy="0"/>
          </a:xfrm>
          <a:prstGeom prst="line">
            <a:avLst/>
          </a:prstGeom>
          <a:noFill/>
          <a:ln w="12700">
            <a:solidFill>
              <a:srgbClr val="E3A672"/>
            </a:solidFill>
            <a:prstDash val="solid"/>
          </a:ln>
        </p:spPr>
        <p:txBody>
          <a:bodyPr/>
          <a:lstStyle/>
          <a:p>
            <a:endParaRPr lang="en-US"/>
          </a:p>
        </p:txBody>
      </p:sp>
      <p:sp>
        <p:nvSpPr>
          <p:cNvPr id="8" name="Text 6"/>
          <p:cNvSpPr/>
          <p:nvPr/>
        </p:nvSpPr>
        <p:spPr>
          <a:xfrm>
            <a:off x="685800" y="5559552"/>
            <a:ext cx="10820095" cy="585216"/>
          </a:xfrm>
          <a:prstGeom prst="rect">
            <a:avLst/>
          </a:prstGeom>
          <a:noFill/>
          <a:ln/>
        </p:spPr>
        <p:txBody>
          <a:bodyPr wrap="square" lIns="0" tIns="0" rIns="0" bIns="0" rtlCol="0" anchor="ctr"/>
          <a:lstStyle/>
          <a:p>
            <a:pPr marL="0" indent="0">
              <a:buNone/>
            </a:pPr>
            <a:r>
              <a:rPr lang="en-US" sz="1200" b="1" kern="0" spc="200" dirty="0">
                <a:solidFill>
                  <a:srgbClr val="E3A672"/>
                </a:solidFill>
                <a:latin typeface="Calibri" pitchFamily="34" charset="0"/>
                <a:ea typeface="Calibri" pitchFamily="34" charset="-122"/>
                <a:cs typeface="Calibri" pitchFamily="34" charset="-120"/>
              </a:rPr>
              <a:t>TODAY   </a:t>
            </a:r>
            <a:r>
              <a:rPr lang="en-US" sz="1500" dirty="0">
                <a:solidFill>
                  <a:srgbClr val="F3EEE4"/>
                </a:solidFill>
                <a:latin typeface="Calibri" pitchFamily="34" charset="0"/>
                <a:ea typeface="Calibri" pitchFamily="34" charset="-122"/>
                <a:cs typeface="Calibri" pitchFamily="34" charset="-120"/>
              </a:rPr>
              <a:t>The marathon medal goes to the runner who crosses the finish line, not the one who started fast.  Hebrews 12:1</a:t>
            </a:r>
            <a:endParaRPr lang="en-US" sz="1200" dirty="0"/>
          </a:p>
        </p:txBody>
      </p:sp>
      <p:sp>
        <p:nvSpPr>
          <p:cNvPr id="9" name="Text 7"/>
          <p:cNvSpPr/>
          <p:nvPr/>
        </p:nvSpPr>
        <p:spPr>
          <a:xfrm>
            <a:off x="685800" y="6400800"/>
            <a:ext cx="5486400" cy="274320"/>
          </a:xfrm>
          <a:prstGeom prst="rect">
            <a:avLst/>
          </a:prstGeom>
          <a:noFill/>
          <a:ln/>
        </p:spPr>
        <p:txBody>
          <a:bodyPr wrap="square" lIns="0" tIns="0" rIns="0" bIns="0" rtlCol="0" anchor="ctr"/>
          <a:lstStyle/>
          <a:p>
            <a:pPr marL="0" indent="0">
              <a:buNone/>
            </a:pPr>
            <a:r>
              <a:rPr lang="en-US" sz="1000" dirty="0">
                <a:solidFill>
                  <a:srgbClr val="C3CBC8"/>
                </a:solidFill>
                <a:latin typeface="Calibri" pitchFamily="34" charset="0"/>
                <a:ea typeface="Calibri" pitchFamily="34" charset="-122"/>
                <a:cs typeface="Calibri" pitchFamily="34" charset="-120"/>
              </a:rPr>
              <a:t>Welcome to the Family of God</a:t>
            </a:r>
            <a:endParaRPr lang="en-US" sz="1000" dirty="0"/>
          </a:p>
        </p:txBody>
      </p:sp>
      <p:sp>
        <p:nvSpPr>
          <p:cNvPr id="10" name="Text 8"/>
          <p:cNvSpPr/>
          <p:nvPr/>
        </p:nvSpPr>
        <p:spPr>
          <a:xfrm>
            <a:off x="10591495" y="6400800"/>
            <a:ext cx="914400" cy="274320"/>
          </a:xfrm>
          <a:prstGeom prst="rect">
            <a:avLst/>
          </a:prstGeom>
          <a:noFill/>
          <a:ln/>
        </p:spPr>
        <p:txBody>
          <a:bodyPr wrap="square" lIns="0" tIns="0" rIns="0" bIns="0" rtlCol="0" anchor="ctr"/>
          <a:lstStyle/>
          <a:p>
            <a:pPr marL="0" indent="0" algn="r">
              <a:buNone/>
            </a:pPr>
            <a:r>
              <a:rPr lang="en-US" sz="1000" dirty="0">
                <a:solidFill>
                  <a:srgbClr val="C3CBC8"/>
                </a:solidFill>
                <a:latin typeface="Calibri" pitchFamily="34" charset="0"/>
                <a:ea typeface="Calibri" pitchFamily="34" charset="-122"/>
                <a:cs typeface="Calibri" pitchFamily="34" charset="-120"/>
              </a:rPr>
              <a:t>30</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6F2EA"/>
        </a:solidFill>
        <a:effectLst/>
      </p:bgPr>
    </p:bg>
    <p:spTree>
      <p:nvGrpSpPr>
        <p:cNvPr id="1" name=""/>
        <p:cNvGrpSpPr/>
        <p:nvPr/>
      </p:nvGrpSpPr>
      <p:grpSpPr>
        <a:xfrm>
          <a:off x="0" y="0"/>
          <a:ext cx="0" cy="0"/>
          <a:chOff x="0" y="0"/>
          <a:chExt cx="0" cy="0"/>
        </a:xfrm>
      </p:grpSpPr>
      <p:sp>
        <p:nvSpPr>
          <p:cNvPr id="2" name="Text 0"/>
          <p:cNvSpPr/>
          <p:nvPr/>
        </p:nvSpPr>
        <p:spPr>
          <a:xfrm>
            <a:off x="685800" y="502920"/>
            <a:ext cx="10820095" cy="274320"/>
          </a:xfrm>
          <a:prstGeom prst="rect">
            <a:avLst/>
          </a:prstGeom>
          <a:noFill/>
          <a:ln/>
        </p:spPr>
        <p:txBody>
          <a:bodyPr wrap="square" lIns="0" tIns="0" rIns="0" bIns="0" rtlCol="0" anchor="ctr"/>
          <a:lstStyle/>
          <a:p>
            <a:pPr marL="0" indent="0">
              <a:buNone/>
            </a:pPr>
            <a:r>
              <a:rPr lang="en-US" sz="1200" b="1" kern="0" spc="300" dirty="0">
                <a:solidFill>
                  <a:srgbClr val="8F4519"/>
                </a:solidFill>
                <a:latin typeface="Calibri" pitchFamily="34" charset="0"/>
                <a:ea typeface="Calibri" pitchFamily="34" charset="-122"/>
                <a:cs typeface="Calibri" pitchFamily="34" charset="-120"/>
              </a:rPr>
              <a:t>LESSON 3 · CASE STUDY</a:t>
            </a:r>
            <a:endParaRPr lang="en-US" sz="1200" dirty="0"/>
          </a:p>
        </p:txBody>
      </p:sp>
      <p:sp>
        <p:nvSpPr>
          <p:cNvPr id="3" name="Text 1"/>
          <p:cNvSpPr/>
          <p:nvPr/>
        </p:nvSpPr>
        <p:spPr>
          <a:xfrm>
            <a:off x="685800" y="822960"/>
            <a:ext cx="10820095" cy="777240"/>
          </a:xfrm>
          <a:prstGeom prst="rect">
            <a:avLst/>
          </a:prstGeom>
          <a:noFill/>
          <a:ln/>
        </p:spPr>
        <p:txBody>
          <a:bodyPr wrap="square" lIns="0" tIns="0" rIns="0" bIns="0" rtlCol="0" anchor="t"/>
          <a:lstStyle/>
          <a:p>
            <a:pPr marL="0" indent="0">
              <a:buNone/>
            </a:pPr>
            <a:r>
              <a:rPr lang="en-US" sz="3400" b="1" dirty="0">
                <a:solidFill>
                  <a:srgbClr val="22201C"/>
                </a:solidFill>
                <a:latin typeface="Georgia" pitchFamily="34" charset="0"/>
                <a:ea typeface="Georgia" pitchFamily="34" charset="-122"/>
                <a:cs typeface="Georgia" pitchFamily="34" charset="-120"/>
              </a:rPr>
              <a:t>One drifted, one came back</a:t>
            </a:r>
            <a:endParaRPr lang="en-US" sz="3400" dirty="0"/>
          </a:p>
        </p:txBody>
      </p:sp>
      <p:sp>
        <p:nvSpPr>
          <p:cNvPr id="4" name="Text 2"/>
          <p:cNvSpPr/>
          <p:nvPr/>
        </p:nvSpPr>
        <p:spPr>
          <a:xfrm>
            <a:off x="685800" y="6400800"/>
            <a:ext cx="5486400" cy="274320"/>
          </a:xfrm>
          <a:prstGeom prst="rect">
            <a:avLst/>
          </a:prstGeom>
          <a:noFill/>
          <a:ln/>
        </p:spPr>
        <p:txBody>
          <a:bodyPr wrap="square" lIns="0" tIns="0" rIns="0" bIns="0" rtlCol="0" anchor="ctr"/>
          <a:lstStyle/>
          <a:p>
            <a:pPr marL="0" indent="0">
              <a:buNone/>
            </a:pPr>
            <a:r>
              <a:rPr lang="en-US" sz="1000" dirty="0">
                <a:solidFill>
                  <a:srgbClr val="5C574F"/>
                </a:solidFill>
                <a:latin typeface="Calibri" pitchFamily="34" charset="0"/>
                <a:ea typeface="Calibri" pitchFamily="34" charset="-122"/>
                <a:cs typeface="Calibri" pitchFamily="34" charset="-120"/>
              </a:rPr>
              <a:t>Welcome to the Family of God</a:t>
            </a:r>
            <a:endParaRPr lang="en-US" sz="1000" dirty="0"/>
          </a:p>
        </p:txBody>
      </p:sp>
      <p:sp>
        <p:nvSpPr>
          <p:cNvPr id="5" name="Text 3"/>
          <p:cNvSpPr/>
          <p:nvPr/>
        </p:nvSpPr>
        <p:spPr>
          <a:xfrm>
            <a:off x="10591495" y="6400800"/>
            <a:ext cx="914400" cy="274320"/>
          </a:xfrm>
          <a:prstGeom prst="rect">
            <a:avLst/>
          </a:prstGeom>
          <a:noFill/>
          <a:ln/>
        </p:spPr>
        <p:txBody>
          <a:bodyPr wrap="square" lIns="0" tIns="0" rIns="0" bIns="0" rtlCol="0" anchor="ctr"/>
          <a:lstStyle/>
          <a:p>
            <a:pPr marL="0" indent="0" algn="r">
              <a:buNone/>
            </a:pPr>
            <a:r>
              <a:rPr lang="en-US" sz="1000" dirty="0">
                <a:solidFill>
                  <a:srgbClr val="5C574F"/>
                </a:solidFill>
                <a:latin typeface="Calibri" pitchFamily="34" charset="0"/>
                <a:ea typeface="Calibri" pitchFamily="34" charset="-122"/>
                <a:cs typeface="Calibri" pitchFamily="34" charset="-120"/>
              </a:rPr>
              <a:t>31</a:t>
            </a:r>
            <a:endParaRPr lang="en-US" sz="1000" dirty="0"/>
          </a:p>
        </p:txBody>
      </p:sp>
      <p:sp>
        <p:nvSpPr>
          <p:cNvPr id="6" name="Shape 4"/>
          <p:cNvSpPr/>
          <p:nvPr/>
        </p:nvSpPr>
        <p:spPr>
          <a:xfrm>
            <a:off x="685800" y="1828800"/>
            <a:ext cx="5272888" cy="0"/>
          </a:xfrm>
          <a:prstGeom prst="line">
            <a:avLst/>
          </a:prstGeom>
          <a:noFill/>
          <a:ln w="28575">
            <a:solidFill>
              <a:srgbClr val="8F4519"/>
            </a:solidFill>
            <a:prstDash val="solid"/>
          </a:ln>
        </p:spPr>
        <p:txBody>
          <a:bodyPr/>
          <a:lstStyle/>
          <a:p>
            <a:endParaRPr lang="en-US"/>
          </a:p>
        </p:txBody>
      </p:sp>
      <p:sp>
        <p:nvSpPr>
          <p:cNvPr id="7" name="Text 5"/>
          <p:cNvSpPr/>
          <p:nvPr/>
        </p:nvSpPr>
        <p:spPr>
          <a:xfrm>
            <a:off x="685800" y="2121408"/>
            <a:ext cx="2743200" cy="274320"/>
          </a:xfrm>
          <a:prstGeom prst="rect">
            <a:avLst/>
          </a:prstGeom>
          <a:noFill/>
          <a:ln/>
        </p:spPr>
        <p:txBody>
          <a:bodyPr wrap="square" lIns="0" tIns="0" rIns="0" bIns="0" rtlCol="0" anchor="ctr"/>
          <a:lstStyle/>
          <a:p>
            <a:pPr marL="0" indent="0">
              <a:buNone/>
            </a:pPr>
            <a:r>
              <a:rPr lang="en-US" sz="1200" b="1" kern="0" spc="300" dirty="0">
                <a:solidFill>
                  <a:srgbClr val="8F4519"/>
                </a:solidFill>
                <a:latin typeface="Calibri" pitchFamily="34" charset="0"/>
                <a:ea typeface="Calibri" pitchFamily="34" charset="-122"/>
                <a:cs typeface="Calibri" pitchFamily="34" charset="-120"/>
              </a:rPr>
              <a:t>THEN</a:t>
            </a:r>
            <a:endParaRPr lang="en-US" sz="1200" dirty="0"/>
          </a:p>
        </p:txBody>
      </p:sp>
      <p:sp>
        <p:nvSpPr>
          <p:cNvPr id="8" name="Text 6"/>
          <p:cNvSpPr/>
          <p:nvPr/>
        </p:nvSpPr>
        <p:spPr>
          <a:xfrm>
            <a:off x="685800" y="2395728"/>
            <a:ext cx="5272888" cy="411480"/>
          </a:xfrm>
          <a:prstGeom prst="rect">
            <a:avLst/>
          </a:prstGeom>
          <a:noFill/>
          <a:ln/>
        </p:spPr>
        <p:txBody>
          <a:bodyPr wrap="square" lIns="0" tIns="0" rIns="0" bIns="0" rtlCol="0" anchor="ctr"/>
          <a:lstStyle/>
          <a:p>
            <a:pPr marL="0" indent="0">
              <a:buNone/>
            </a:pPr>
            <a:r>
              <a:rPr lang="en-US" sz="2200" dirty="0">
                <a:solidFill>
                  <a:srgbClr val="22201C"/>
                </a:solidFill>
                <a:latin typeface="Georgia" pitchFamily="34" charset="0"/>
                <a:ea typeface="Georgia" pitchFamily="34" charset="-122"/>
                <a:cs typeface="Georgia" pitchFamily="34" charset="-120"/>
              </a:rPr>
              <a:t>First century</a:t>
            </a:r>
            <a:endParaRPr lang="en-US" sz="2200" dirty="0"/>
          </a:p>
        </p:txBody>
      </p:sp>
      <p:sp>
        <p:nvSpPr>
          <p:cNvPr id="9" name="Text 7"/>
          <p:cNvSpPr/>
          <p:nvPr/>
        </p:nvSpPr>
        <p:spPr>
          <a:xfrm>
            <a:off x="685800" y="2926080"/>
            <a:ext cx="5272888" cy="1600200"/>
          </a:xfrm>
          <a:prstGeom prst="rect">
            <a:avLst/>
          </a:prstGeom>
          <a:noFill/>
          <a:ln/>
        </p:spPr>
        <p:txBody>
          <a:bodyPr wrap="square" lIns="0" tIns="0" rIns="0" bIns="0" rtlCol="0" anchor="t"/>
          <a:lstStyle/>
          <a:p>
            <a:pPr marL="0" indent="0">
              <a:lnSpc>
                <a:spcPct val="112000"/>
              </a:lnSpc>
              <a:buNone/>
            </a:pPr>
            <a:r>
              <a:rPr lang="en-US" sz="1700" dirty="0">
                <a:solidFill>
                  <a:srgbClr val="5C574F"/>
                </a:solidFill>
                <a:latin typeface="Calibri" pitchFamily="34" charset="0"/>
                <a:ea typeface="Calibri" pitchFamily="34" charset="-122"/>
                <a:cs typeface="Calibri" pitchFamily="34" charset="-120"/>
              </a:rPr>
              <a:t>Demas served beside Paul, then forsook him, loving this present world. John Mark once left the work too, but returned and became useful.</a:t>
            </a:r>
            <a:endParaRPr lang="en-US" sz="1700" dirty="0"/>
          </a:p>
        </p:txBody>
      </p:sp>
      <p:sp>
        <p:nvSpPr>
          <p:cNvPr id="10" name="Text 8"/>
          <p:cNvSpPr/>
          <p:nvPr/>
        </p:nvSpPr>
        <p:spPr>
          <a:xfrm>
            <a:off x="685800" y="4617720"/>
            <a:ext cx="5272888" cy="274320"/>
          </a:xfrm>
          <a:prstGeom prst="rect">
            <a:avLst/>
          </a:prstGeom>
          <a:noFill/>
          <a:ln/>
        </p:spPr>
        <p:txBody>
          <a:bodyPr wrap="square" lIns="0" tIns="0" rIns="0" bIns="0" rtlCol="0" anchor="ctr"/>
          <a:lstStyle/>
          <a:p>
            <a:pPr marL="0" indent="0">
              <a:buNone/>
            </a:pPr>
            <a:r>
              <a:rPr lang="en-US" sz="1400" b="1" dirty="0">
                <a:solidFill>
                  <a:srgbClr val="8F4519"/>
                </a:solidFill>
                <a:latin typeface="Calibri" pitchFamily="34" charset="0"/>
                <a:ea typeface="Calibri" pitchFamily="34" charset="-122"/>
                <a:cs typeface="Calibri" pitchFamily="34" charset="-120"/>
              </a:rPr>
              <a:t>2 Timothy 4:10–11; Acts 13:13</a:t>
            </a:r>
            <a:endParaRPr lang="en-US" sz="1400" dirty="0"/>
          </a:p>
        </p:txBody>
      </p:sp>
      <p:sp>
        <p:nvSpPr>
          <p:cNvPr id="11" name="Shape 9"/>
          <p:cNvSpPr/>
          <p:nvPr/>
        </p:nvSpPr>
        <p:spPr>
          <a:xfrm>
            <a:off x="6233008" y="1828800"/>
            <a:ext cx="5272888" cy="0"/>
          </a:xfrm>
          <a:prstGeom prst="line">
            <a:avLst/>
          </a:prstGeom>
          <a:noFill/>
          <a:ln w="12700">
            <a:solidFill>
              <a:srgbClr val="DDD4C4"/>
            </a:solidFill>
            <a:prstDash val="solid"/>
          </a:ln>
        </p:spPr>
        <p:txBody>
          <a:bodyPr/>
          <a:lstStyle/>
          <a:p>
            <a:endParaRPr lang="en-US"/>
          </a:p>
        </p:txBody>
      </p:sp>
      <p:sp>
        <p:nvSpPr>
          <p:cNvPr id="12" name="Text 10"/>
          <p:cNvSpPr/>
          <p:nvPr/>
        </p:nvSpPr>
        <p:spPr>
          <a:xfrm>
            <a:off x="6233008" y="2121408"/>
            <a:ext cx="2743200" cy="274320"/>
          </a:xfrm>
          <a:prstGeom prst="rect">
            <a:avLst/>
          </a:prstGeom>
          <a:noFill/>
          <a:ln/>
        </p:spPr>
        <p:txBody>
          <a:bodyPr wrap="square" lIns="0" tIns="0" rIns="0" bIns="0" rtlCol="0" anchor="ctr"/>
          <a:lstStyle/>
          <a:p>
            <a:pPr marL="0" indent="0">
              <a:buNone/>
            </a:pPr>
            <a:r>
              <a:rPr lang="en-US" sz="1200" b="1" kern="0" spc="300" dirty="0">
                <a:solidFill>
                  <a:srgbClr val="8F4519"/>
                </a:solidFill>
                <a:latin typeface="Calibri" pitchFamily="34" charset="0"/>
                <a:ea typeface="Calibri" pitchFamily="34" charset="-122"/>
                <a:cs typeface="Calibri" pitchFamily="34" charset="-120"/>
              </a:rPr>
              <a:t>NOW</a:t>
            </a:r>
            <a:endParaRPr lang="en-US" sz="1200" dirty="0"/>
          </a:p>
        </p:txBody>
      </p:sp>
      <p:sp>
        <p:nvSpPr>
          <p:cNvPr id="13" name="Text 11"/>
          <p:cNvSpPr/>
          <p:nvPr/>
        </p:nvSpPr>
        <p:spPr>
          <a:xfrm>
            <a:off x="6233008" y="2395728"/>
            <a:ext cx="5272888" cy="411480"/>
          </a:xfrm>
          <a:prstGeom prst="rect">
            <a:avLst/>
          </a:prstGeom>
          <a:noFill/>
          <a:ln/>
        </p:spPr>
        <p:txBody>
          <a:bodyPr wrap="square" lIns="0" tIns="0" rIns="0" bIns="0" rtlCol="0" anchor="ctr"/>
          <a:lstStyle/>
          <a:p>
            <a:pPr marL="0" indent="0">
              <a:buNone/>
            </a:pPr>
            <a:r>
              <a:rPr lang="en-US" sz="2200" dirty="0">
                <a:solidFill>
                  <a:srgbClr val="22201C"/>
                </a:solidFill>
                <a:latin typeface="Georgia" pitchFamily="34" charset="0"/>
                <a:ea typeface="Georgia" pitchFamily="34" charset="-122"/>
                <a:cs typeface="Georgia" pitchFamily="34" charset="-120"/>
              </a:rPr>
              <a:t>Today</a:t>
            </a:r>
            <a:endParaRPr lang="en-US" sz="2200" dirty="0"/>
          </a:p>
        </p:txBody>
      </p:sp>
      <p:sp>
        <p:nvSpPr>
          <p:cNvPr id="14" name="Text 12"/>
          <p:cNvSpPr/>
          <p:nvPr/>
        </p:nvSpPr>
        <p:spPr>
          <a:xfrm>
            <a:off x="6233008" y="2926080"/>
            <a:ext cx="5272888" cy="1600200"/>
          </a:xfrm>
          <a:prstGeom prst="rect">
            <a:avLst/>
          </a:prstGeom>
          <a:noFill/>
          <a:ln/>
        </p:spPr>
        <p:txBody>
          <a:bodyPr wrap="square" lIns="0" tIns="0" rIns="0" bIns="0" rtlCol="0" anchor="t"/>
          <a:lstStyle/>
          <a:p>
            <a:pPr marL="0" indent="0">
              <a:lnSpc>
                <a:spcPct val="112000"/>
              </a:lnSpc>
              <a:buNone/>
            </a:pPr>
            <a:r>
              <a:rPr lang="en-US" sz="1700" dirty="0">
                <a:solidFill>
                  <a:srgbClr val="5C574F"/>
                </a:solidFill>
                <a:latin typeface="Calibri" pitchFamily="34" charset="0"/>
                <a:ea typeface="Calibri" pitchFamily="34" charset="-122"/>
                <a:cs typeface="Calibri" pitchFamily="34" charset="-120"/>
              </a:rPr>
              <a:t>A young man’s new job takes his Sundays. He drifts for months. A brother keeps calling, and he comes home to the Lord and the church.</a:t>
            </a:r>
            <a:endParaRPr lang="en-US" sz="1700" dirty="0"/>
          </a:p>
        </p:txBody>
      </p:sp>
      <p:sp>
        <p:nvSpPr>
          <p:cNvPr id="15" name="Shape 13"/>
          <p:cNvSpPr/>
          <p:nvPr/>
        </p:nvSpPr>
        <p:spPr>
          <a:xfrm>
            <a:off x="685800" y="5486400"/>
            <a:ext cx="10820095" cy="0"/>
          </a:xfrm>
          <a:prstGeom prst="line">
            <a:avLst/>
          </a:prstGeom>
          <a:noFill/>
          <a:ln w="12700">
            <a:solidFill>
              <a:srgbClr val="8F4519"/>
            </a:solidFill>
            <a:prstDash val="solid"/>
          </a:ln>
        </p:spPr>
        <p:txBody>
          <a:bodyPr/>
          <a:lstStyle/>
          <a:p>
            <a:endParaRPr lang="en-US"/>
          </a:p>
        </p:txBody>
      </p:sp>
      <p:sp>
        <p:nvSpPr>
          <p:cNvPr id="16" name="Text 14"/>
          <p:cNvSpPr/>
          <p:nvPr/>
        </p:nvSpPr>
        <p:spPr>
          <a:xfrm>
            <a:off x="685800" y="5559552"/>
            <a:ext cx="10820095" cy="585216"/>
          </a:xfrm>
          <a:prstGeom prst="rect">
            <a:avLst/>
          </a:prstGeom>
          <a:noFill/>
          <a:ln/>
        </p:spPr>
        <p:txBody>
          <a:bodyPr wrap="square" lIns="0" tIns="0" rIns="0" bIns="0" rtlCol="0" anchor="ctr"/>
          <a:lstStyle/>
          <a:p>
            <a:pPr marL="0" indent="0">
              <a:buNone/>
            </a:pPr>
            <a:r>
              <a:rPr lang="en-US" sz="1200" b="1" kern="0" spc="200" dirty="0">
                <a:solidFill>
                  <a:srgbClr val="8F4519"/>
                </a:solidFill>
                <a:latin typeface="Calibri" pitchFamily="34" charset="0"/>
                <a:ea typeface="Calibri" pitchFamily="34" charset="-122"/>
                <a:cs typeface="Calibri" pitchFamily="34" charset="-120"/>
              </a:rPr>
              <a:t>THE LESSON   </a:t>
            </a:r>
            <a:r>
              <a:rPr lang="en-US" sz="1500" dirty="0">
                <a:solidFill>
                  <a:srgbClr val="22201C"/>
                </a:solidFill>
                <a:latin typeface="Calibri" pitchFamily="34" charset="0"/>
                <a:ea typeface="Calibri" pitchFamily="34" charset="-122"/>
                <a:cs typeface="Calibri" pitchFamily="34" charset="-120"/>
              </a:rPr>
              <a:t>Drifting happens slowly. If you drift, come back. If a brother drifts, go after him.  James 5:19–20</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6F2EA"/>
        </a:solidFill>
        <a:effectLst/>
      </p:bgPr>
    </p:bg>
    <p:spTree>
      <p:nvGrpSpPr>
        <p:cNvPr id="1" name=""/>
        <p:cNvGrpSpPr/>
        <p:nvPr/>
      </p:nvGrpSpPr>
      <p:grpSpPr>
        <a:xfrm>
          <a:off x="0" y="0"/>
          <a:ext cx="0" cy="0"/>
          <a:chOff x="0" y="0"/>
          <a:chExt cx="0" cy="0"/>
        </a:xfrm>
      </p:grpSpPr>
      <p:sp>
        <p:nvSpPr>
          <p:cNvPr id="2" name="Text 0"/>
          <p:cNvSpPr/>
          <p:nvPr/>
        </p:nvSpPr>
        <p:spPr>
          <a:xfrm>
            <a:off x="685800" y="502920"/>
            <a:ext cx="10820095" cy="274320"/>
          </a:xfrm>
          <a:prstGeom prst="rect">
            <a:avLst/>
          </a:prstGeom>
          <a:noFill/>
          <a:ln/>
        </p:spPr>
        <p:txBody>
          <a:bodyPr wrap="square" lIns="0" tIns="0" rIns="0" bIns="0" rtlCol="0" anchor="ctr"/>
          <a:lstStyle/>
          <a:p>
            <a:pPr marL="0" indent="0">
              <a:buNone/>
            </a:pPr>
            <a:r>
              <a:rPr lang="en-US" sz="1200" b="1" kern="0" spc="300" dirty="0">
                <a:solidFill>
                  <a:srgbClr val="8F4519"/>
                </a:solidFill>
                <a:latin typeface="Calibri" pitchFamily="34" charset="0"/>
                <a:ea typeface="Calibri" pitchFamily="34" charset="-122"/>
                <a:cs typeface="Calibri" pitchFamily="34" charset="-120"/>
              </a:rPr>
              <a:t>LESSON 3 · WHEN OTHERS OBJECT</a:t>
            </a:r>
            <a:endParaRPr lang="en-US" sz="1200" dirty="0"/>
          </a:p>
        </p:txBody>
      </p:sp>
      <p:sp>
        <p:nvSpPr>
          <p:cNvPr id="3" name="Text 1"/>
          <p:cNvSpPr/>
          <p:nvPr/>
        </p:nvSpPr>
        <p:spPr>
          <a:xfrm>
            <a:off x="685800" y="822960"/>
            <a:ext cx="10820095" cy="777240"/>
          </a:xfrm>
          <a:prstGeom prst="rect">
            <a:avLst/>
          </a:prstGeom>
          <a:noFill/>
          <a:ln/>
        </p:spPr>
        <p:txBody>
          <a:bodyPr wrap="square" lIns="0" tIns="0" rIns="0" bIns="0" rtlCol="0" anchor="t"/>
          <a:lstStyle/>
          <a:p>
            <a:pPr marL="0" indent="0">
              <a:buNone/>
            </a:pPr>
            <a:r>
              <a:rPr lang="en-US" sz="3400" b="1" dirty="0">
                <a:solidFill>
                  <a:srgbClr val="22201C"/>
                </a:solidFill>
                <a:latin typeface="Georgia" pitchFamily="34" charset="0"/>
                <a:ea typeface="Georgia" pitchFamily="34" charset="-122"/>
                <a:cs typeface="Georgia" pitchFamily="34" charset="-120"/>
              </a:rPr>
              <a:t>Answer opposition with love</a:t>
            </a:r>
            <a:endParaRPr lang="en-US" sz="3400" dirty="0"/>
          </a:p>
        </p:txBody>
      </p:sp>
      <p:sp>
        <p:nvSpPr>
          <p:cNvPr id="4" name="Text 2"/>
          <p:cNvSpPr/>
          <p:nvPr/>
        </p:nvSpPr>
        <p:spPr>
          <a:xfrm>
            <a:off x="685800" y="6400800"/>
            <a:ext cx="5486400" cy="274320"/>
          </a:xfrm>
          <a:prstGeom prst="rect">
            <a:avLst/>
          </a:prstGeom>
          <a:noFill/>
          <a:ln/>
        </p:spPr>
        <p:txBody>
          <a:bodyPr wrap="square" lIns="0" tIns="0" rIns="0" bIns="0" rtlCol="0" anchor="ctr"/>
          <a:lstStyle/>
          <a:p>
            <a:pPr marL="0" indent="0">
              <a:buNone/>
            </a:pPr>
            <a:r>
              <a:rPr lang="en-US" sz="1000" dirty="0">
                <a:solidFill>
                  <a:srgbClr val="5C574F"/>
                </a:solidFill>
                <a:latin typeface="Calibri" pitchFamily="34" charset="0"/>
                <a:ea typeface="Calibri" pitchFamily="34" charset="-122"/>
                <a:cs typeface="Calibri" pitchFamily="34" charset="-120"/>
              </a:rPr>
              <a:t>Welcome to the Family of God</a:t>
            </a:r>
            <a:endParaRPr lang="en-US" sz="1000" dirty="0"/>
          </a:p>
        </p:txBody>
      </p:sp>
      <p:sp>
        <p:nvSpPr>
          <p:cNvPr id="5" name="Text 3"/>
          <p:cNvSpPr/>
          <p:nvPr/>
        </p:nvSpPr>
        <p:spPr>
          <a:xfrm>
            <a:off x="10591495" y="6400800"/>
            <a:ext cx="914400" cy="274320"/>
          </a:xfrm>
          <a:prstGeom prst="rect">
            <a:avLst/>
          </a:prstGeom>
          <a:noFill/>
          <a:ln/>
        </p:spPr>
        <p:txBody>
          <a:bodyPr wrap="square" lIns="0" tIns="0" rIns="0" bIns="0" rtlCol="0" anchor="ctr"/>
          <a:lstStyle/>
          <a:p>
            <a:pPr marL="0" indent="0" algn="r">
              <a:buNone/>
            </a:pPr>
            <a:r>
              <a:rPr lang="en-US" sz="1000" dirty="0">
                <a:solidFill>
                  <a:srgbClr val="5C574F"/>
                </a:solidFill>
                <a:latin typeface="Calibri" pitchFamily="34" charset="0"/>
                <a:ea typeface="Calibri" pitchFamily="34" charset="-122"/>
                <a:cs typeface="Calibri" pitchFamily="34" charset="-120"/>
              </a:rPr>
              <a:t>32</a:t>
            </a:r>
            <a:endParaRPr lang="en-US" sz="1000" dirty="0"/>
          </a:p>
        </p:txBody>
      </p:sp>
      <p:sp>
        <p:nvSpPr>
          <p:cNvPr id="6" name="Shape 4"/>
          <p:cNvSpPr/>
          <p:nvPr/>
        </p:nvSpPr>
        <p:spPr>
          <a:xfrm>
            <a:off x="685800" y="1783080"/>
            <a:ext cx="5272888" cy="0"/>
          </a:xfrm>
          <a:prstGeom prst="line">
            <a:avLst/>
          </a:prstGeom>
          <a:noFill/>
          <a:ln w="12700">
            <a:solidFill>
              <a:srgbClr val="DDD4C4"/>
            </a:solidFill>
            <a:prstDash val="solid"/>
          </a:ln>
        </p:spPr>
        <p:txBody>
          <a:bodyPr/>
          <a:lstStyle/>
          <a:p>
            <a:endParaRPr lang="en-US"/>
          </a:p>
        </p:txBody>
      </p:sp>
      <p:sp>
        <p:nvSpPr>
          <p:cNvPr id="7" name="Text 5"/>
          <p:cNvSpPr/>
          <p:nvPr/>
        </p:nvSpPr>
        <p:spPr>
          <a:xfrm>
            <a:off x="685800" y="1984248"/>
            <a:ext cx="5272888" cy="914400"/>
          </a:xfrm>
          <a:prstGeom prst="rect">
            <a:avLst/>
          </a:prstGeom>
          <a:noFill/>
          <a:ln/>
        </p:spPr>
        <p:txBody>
          <a:bodyPr wrap="square" lIns="0" tIns="0" rIns="0" bIns="0" rtlCol="0" anchor="t"/>
          <a:lstStyle/>
          <a:p>
            <a:pPr marL="0" indent="0">
              <a:lnSpc>
                <a:spcPct val="110000"/>
              </a:lnSpc>
              <a:spcAft>
                <a:spcPts val="600"/>
              </a:spcAft>
              <a:buNone/>
            </a:pPr>
            <a:r>
              <a:rPr lang="en-US" sz="1800" b="1" dirty="0">
                <a:solidFill>
                  <a:srgbClr val="22201C"/>
                </a:solidFill>
                <a:latin typeface="Calibri" pitchFamily="34" charset="0"/>
                <a:ea typeface="Calibri" pitchFamily="34" charset="-122"/>
                <a:cs typeface="Calibri" pitchFamily="34" charset="-120"/>
              </a:rPr>
              <a:t>Expect it</a:t>
            </a:r>
            <a:endParaRPr lang="en-US" sz="1800" dirty="0"/>
          </a:p>
          <a:p>
            <a:pPr marL="0" indent="0">
              <a:lnSpc>
                <a:spcPct val="110000"/>
              </a:lnSpc>
              <a:buNone/>
            </a:pPr>
            <a:r>
              <a:rPr lang="en-US" sz="1500" dirty="0">
                <a:solidFill>
                  <a:srgbClr val="5C574F"/>
                </a:solidFill>
                <a:latin typeface="Calibri" pitchFamily="34" charset="0"/>
                <a:ea typeface="Calibri" pitchFamily="34" charset="-122"/>
                <a:cs typeface="Calibri" pitchFamily="34" charset="-120"/>
              </a:rPr>
              <a:t>Jesus said even family may oppose those who follow Him.</a:t>
            </a:r>
            <a:endParaRPr lang="en-US" sz="1800" dirty="0"/>
          </a:p>
        </p:txBody>
      </p:sp>
      <p:sp>
        <p:nvSpPr>
          <p:cNvPr id="8" name="Text 6"/>
          <p:cNvSpPr/>
          <p:nvPr/>
        </p:nvSpPr>
        <p:spPr>
          <a:xfrm>
            <a:off x="685800" y="2926080"/>
            <a:ext cx="5272888" cy="274320"/>
          </a:xfrm>
          <a:prstGeom prst="rect">
            <a:avLst/>
          </a:prstGeom>
          <a:noFill/>
          <a:ln/>
        </p:spPr>
        <p:txBody>
          <a:bodyPr wrap="square" lIns="0" tIns="0" rIns="0" bIns="0" rtlCol="0" anchor="b"/>
          <a:lstStyle/>
          <a:p>
            <a:pPr marL="0" indent="0">
              <a:buNone/>
            </a:pPr>
            <a:r>
              <a:rPr lang="en-US" sz="1300" b="1" dirty="0">
                <a:solidFill>
                  <a:srgbClr val="8F4519"/>
                </a:solidFill>
                <a:latin typeface="Calibri" pitchFamily="34" charset="0"/>
                <a:ea typeface="Calibri" pitchFamily="34" charset="-122"/>
                <a:cs typeface="Calibri" pitchFamily="34" charset="-120"/>
              </a:rPr>
              <a:t>Matthew 10:34–37; 2 Tim. 3:12</a:t>
            </a:r>
            <a:endParaRPr lang="en-US" sz="1300" dirty="0"/>
          </a:p>
        </p:txBody>
      </p:sp>
      <p:sp>
        <p:nvSpPr>
          <p:cNvPr id="9" name="Shape 7"/>
          <p:cNvSpPr/>
          <p:nvPr/>
        </p:nvSpPr>
        <p:spPr>
          <a:xfrm>
            <a:off x="6233008" y="1783080"/>
            <a:ext cx="5272888" cy="0"/>
          </a:xfrm>
          <a:prstGeom prst="line">
            <a:avLst/>
          </a:prstGeom>
          <a:noFill/>
          <a:ln w="12700">
            <a:solidFill>
              <a:srgbClr val="DDD4C4"/>
            </a:solidFill>
            <a:prstDash val="solid"/>
          </a:ln>
        </p:spPr>
        <p:txBody>
          <a:bodyPr/>
          <a:lstStyle/>
          <a:p>
            <a:endParaRPr lang="en-US"/>
          </a:p>
        </p:txBody>
      </p:sp>
      <p:sp>
        <p:nvSpPr>
          <p:cNvPr id="10" name="Text 8"/>
          <p:cNvSpPr/>
          <p:nvPr/>
        </p:nvSpPr>
        <p:spPr>
          <a:xfrm>
            <a:off x="6233008" y="1984248"/>
            <a:ext cx="5272888" cy="914400"/>
          </a:xfrm>
          <a:prstGeom prst="rect">
            <a:avLst/>
          </a:prstGeom>
          <a:noFill/>
          <a:ln/>
        </p:spPr>
        <p:txBody>
          <a:bodyPr wrap="square" lIns="0" tIns="0" rIns="0" bIns="0" rtlCol="0" anchor="t"/>
          <a:lstStyle/>
          <a:p>
            <a:pPr marL="0" indent="0">
              <a:lnSpc>
                <a:spcPct val="110000"/>
              </a:lnSpc>
              <a:spcAft>
                <a:spcPts val="600"/>
              </a:spcAft>
              <a:buNone/>
            </a:pPr>
            <a:r>
              <a:rPr lang="en-US" sz="1800" b="1" dirty="0">
                <a:solidFill>
                  <a:srgbClr val="22201C"/>
                </a:solidFill>
                <a:latin typeface="Calibri" pitchFamily="34" charset="0"/>
                <a:ea typeface="Calibri" pitchFamily="34" charset="-122"/>
                <a:cs typeface="Calibri" pitchFamily="34" charset="-120"/>
              </a:rPr>
              <a:t>Answer gently</a:t>
            </a:r>
            <a:endParaRPr lang="en-US" sz="1800" dirty="0"/>
          </a:p>
          <a:p>
            <a:pPr marL="0" indent="0">
              <a:lnSpc>
                <a:spcPct val="110000"/>
              </a:lnSpc>
              <a:buNone/>
            </a:pPr>
            <a:r>
              <a:rPr lang="en-US" sz="1500" dirty="0">
                <a:solidFill>
                  <a:srgbClr val="5C574F"/>
                </a:solidFill>
                <a:latin typeface="Calibri" pitchFamily="34" charset="0"/>
                <a:ea typeface="Calibri" pitchFamily="34" charset="-122"/>
                <a:cs typeface="Calibri" pitchFamily="34" charset="-120"/>
              </a:rPr>
              <a:t>Be ready to give a reason for your hope, with meekness.</a:t>
            </a:r>
            <a:endParaRPr lang="en-US" sz="1800" dirty="0"/>
          </a:p>
        </p:txBody>
      </p:sp>
      <p:sp>
        <p:nvSpPr>
          <p:cNvPr id="11" name="Text 9"/>
          <p:cNvSpPr/>
          <p:nvPr/>
        </p:nvSpPr>
        <p:spPr>
          <a:xfrm>
            <a:off x="6233008" y="2926080"/>
            <a:ext cx="5272888" cy="274320"/>
          </a:xfrm>
          <a:prstGeom prst="rect">
            <a:avLst/>
          </a:prstGeom>
          <a:noFill/>
          <a:ln/>
        </p:spPr>
        <p:txBody>
          <a:bodyPr wrap="square" lIns="0" tIns="0" rIns="0" bIns="0" rtlCol="0" anchor="b"/>
          <a:lstStyle/>
          <a:p>
            <a:pPr marL="0" indent="0">
              <a:buNone/>
            </a:pPr>
            <a:r>
              <a:rPr lang="en-US" sz="1300" b="1" dirty="0">
                <a:solidFill>
                  <a:srgbClr val="8F4519"/>
                </a:solidFill>
                <a:latin typeface="Calibri" pitchFamily="34" charset="0"/>
                <a:ea typeface="Calibri" pitchFamily="34" charset="-122"/>
                <a:cs typeface="Calibri" pitchFamily="34" charset="-120"/>
              </a:rPr>
              <a:t>1 Peter 3:15</a:t>
            </a:r>
            <a:endParaRPr lang="en-US" sz="1300" dirty="0"/>
          </a:p>
        </p:txBody>
      </p:sp>
      <p:sp>
        <p:nvSpPr>
          <p:cNvPr id="12" name="Shape 10"/>
          <p:cNvSpPr/>
          <p:nvPr/>
        </p:nvSpPr>
        <p:spPr>
          <a:xfrm>
            <a:off x="685800" y="3611880"/>
            <a:ext cx="5272888" cy="0"/>
          </a:xfrm>
          <a:prstGeom prst="line">
            <a:avLst/>
          </a:prstGeom>
          <a:noFill/>
          <a:ln w="12700">
            <a:solidFill>
              <a:srgbClr val="DDD4C4"/>
            </a:solidFill>
            <a:prstDash val="solid"/>
          </a:ln>
        </p:spPr>
        <p:txBody>
          <a:bodyPr/>
          <a:lstStyle/>
          <a:p>
            <a:endParaRPr lang="en-US"/>
          </a:p>
        </p:txBody>
      </p:sp>
      <p:sp>
        <p:nvSpPr>
          <p:cNvPr id="13" name="Text 11"/>
          <p:cNvSpPr/>
          <p:nvPr/>
        </p:nvSpPr>
        <p:spPr>
          <a:xfrm>
            <a:off x="685800" y="3813048"/>
            <a:ext cx="5272888" cy="914400"/>
          </a:xfrm>
          <a:prstGeom prst="rect">
            <a:avLst/>
          </a:prstGeom>
          <a:noFill/>
          <a:ln/>
        </p:spPr>
        <p:txBody>
          <a:bodyPr wrap="square" lIns="0" tIns="0" rIns="0" bIns="0" rtlCol="0" anchor="t"/>
          <a:lstStyle/>
          <a:p>
            <a:pPr marL="0" indent="0">
              <a:lnSpc>
                <a:spcPct val="110000"/>
              </a:lnSpc>
              <a:spcAft>
                <a:spcPts val="600"/>
              </a:spcAft>
              <a:buNone/>
            </a:pPr>
            <a:r>
              <a:rPr lang="en-US" sz="1800" b="1" dirty="0">
                <a:solidFill>
                  <a:srgbClr val="22201C"/>
                </a:solidFill>
                <a:latin typeface="Calibri" pitchFamily="34" charset="0"/>
                <a:ea typeface="Calibri" pitchFamily="34" charset="-122"/>
                <a:cs typeface="Calibri" pitchFamily="34" charset="-120"/>
              </a:rPr>
              <a:t>Let your life speak</a:t>
            </a:r>
            <a:endParaRPr lang="en-US" sz="1800" dirty="0"/>
          </a:p>
          <a:p>
            <a:pPr marL="0" indent="0">
              <a:lnSpc>
                <a:spcPct val="110000"/>
              </a:lnSpc>
              <a:buNone/>
            </a:pPr>
            <a:r>
              <a:rPr lang="en-US" sz="1500" dirty="0">
                <a:solidFill>
                  <a:srgbClr val="5C574F"/>
                </a:solidFill>
                <a:latin typeface="Calibri" pitchFamily="34" charset="0"/>
                <a:ea typeface="Calibri" pitchFamily="34" charset="-122"/>
                <a:cs typeface="Calibri" pitchFamily="34" charset="-120"/>
              </a:rPr>
              <a:t>Godly conduct can win people without a word.</a:t>
            </a:r>
            <a:endParaRPr lang="en-US" sz="1800" dirty="0"/>
          </a:p>
        </p:txBody>
      </p:sp>
      <p:sp>
        <p:nvSpPr>
          <p:cNvPr id="14" name="Text 12"/>
          <p:cNvSpPr/>
          <p:nvPr/>
        </p:nvSpPr>
        <p:spPr>
          <a:xfrm>
            <a:off x="685800" y="4754880"/>
            <a:ext cx="5272888" cy="274320"/>
          </a:xfrm>
          <a:prstGeom prst="rect">
            <a:avLst/>
          </a:prstGeom>
          <a:noFill/>
          <a:ln/>
        </p:spPr>
        <p:txBody>
          <a:bodyPr wrap="square" lIns="0" tIns="0" rIns="0" bIns="0" rtlCol="0" anchor="b"/>
          <a:lstStyle/>
          <a:p>
            <a:pPr marL="0" indent="0">
              <a:buNone/>
            </a:pPr>
            <a:r>
              <a:rPr lang="en-US" sz="1300" b="1" dirty="0">
                <a:solidFill>
                  <a:srgbClr val="8F4519"/>
                </a:solidFill>
                <a:latin typeface="Calibri" pitchFamily="34" charset="0"/>
                <a:ea typeface="Calibri" pitchFamily="34" charset="-122"/>
                <a:cs typeface="Calibri" pitchFamily="34" charset="-120"/>
              </a:rPr>
              <a:t>1 Peter 3:1–2; Matthew 5:16</a:t>
            </a:r>
            <a:endParaRPr lang="en-US" sz="1300" dirty="0"/>
          </a:p>
        </p:txBody>
      </p:sp>
      <p:sp>
        <p:nvSpPr>
          <p:cNvPr id="15" name="Shape 13"/>
          <p:cNvSpPr/>
          <p:nvPr/>
        </p:nvSpPr>
        <p:spPr>
          <a:xfrm>
            <a:off x="6233008" y="3611880"/>
            <a:ext cx="5272888" cy="0"/>
          </a:xfrm>
          <a:prstGeom prst="line">
            <a:avLst/>
          </a:prstGeom>
          <a:noFill/>
          <a:ln w="12700">
            <a:solidFill>
              <a:srgbClr val="DDD4C4"/>
            </a:solidFill>
            <a:prstDash val="solid"/>
          </a:ln>
        </p:spPr>
        <p:txBody>
          <a:bodyPr/>
          <a:lstStyle/>
          <a:p>
            <a:endParaRPr lang="en-US"/>
          </a:p>
        </p:txBody>
      </p:sp>
      <p:sp>
        <p:nvSpPr>
          <p:cNvPr id="16" name="Text 14"/>
          <p:cNvSpPr/>
          <p:nvPr/>
        </p:nvSpPr>
        <p:spPr>
          <a:xfrm>
            <a:off x="6233008" y="3813048"/>
            <a:ext cx="5272888" cy="914400"/>
          </a:xfrm>
          <a:prstGeom prst="rect">
            <a:avLst/>
          </a:prstGeom>
          <a:noFill/>
          <a:ln/>
        </p:spPr>
        <p:txBody>
          <a:bodyPr wrap="square" lIns="0" tIns="0" rIns="0" bIns="0" rtlCol="0" anchor="t"/>
          <a:lstStyle/>
          <a:p>
            <a:pPr marL="0" indent="0">
              <a:lnSpc>
                <a:spcPct val="110000"/>
              </a:lnSpc>
              <a:spcAft>
                <a:spcPts val="600"/>
              </a:spcAft>
              <a:buNone/>
            </a:pPr>
            <a:r>
              <a:rPr lang="en-US" sz="1800" b="1" dirty="0">
                <a:solidFill>
                  <a:srgbClr val="22201C"/>
                </a:solidFill>
                <a:latin typeface="Calibri" pitchFamily="34" charset="0"/>
                <a:ea typeface="Calibri" pitchFamily="34" charset="-122"/>
                <a:cs typeface="Calibri" pitchFamily="34" charset="-120"/>
              </a:rPr>
              <a:t>Do not turn back</a:t>
            </a:r>
            <a:endParaRPr lang="en-US" sz="1800" dirty="0"/>
          </a:p>
          <a:p>
            <a:pPr marL="0" indent="0">
              <a:lnSpc>
                <a:spcPct val="110000"/>
              </a:lnSpc>
              <a:buNone/>
            </a:pPr>
            <a:r>
              <a:rPr lang="en-US" sz="1500" dirty="0">
                <a:solidFill>
                  <a:srgbClr val="5C574F"/>
                </a:solidFill>
                <a:latin typeface="Calibri" pitchFamily="34" charset="0"/>
                <a:ea typeface="Calibri" pitchFamily="34" charset="-122"/>
                <a:cs typeface="Calibri" pitchFamily="34" charset="-120"/>
              </a:rPr>
              <a:t>Seek to please Christ, not to win approval.</a:t>
            </a:r>
            <a:endParaRPr lang="en-US" sz="1800" dirty="0"/>
          </a:p>
        </p:txBody>
      </p:sp>
      <p:sp>
        <p:nvSpPr>
          <p:cNvPr id="17" name="Text 15"/>
          <p:cNvSpPr/>
          <p:nvPr/>
        </p:nvSpPr>
        <p:spPr>
          <a:xfrm>
            <a:off x="6233008" y="4754880"/>
            <a:ext cx="5272888" cy="274320"/>
          </a:xfrm>
          <a:prstGeom prst="rect">
            <a:avLst/>
          </a:prstGeom>
          <a:noFill/>
          <a:ln/>
        </p:spPr>
        <p:txBody>
          <a:bodyPr wrap="square" lIns="0" tIns="0" rIns="0" bIns="0" rtlCol="0" anchor="b"/>
          <a:lstStyle/>
          <a:p>
            <a:pPr marL="0" indent="0">
              <a:buNone/>
            </a:pPr>
            <a:r>
              <a:rPr lang="en-US" sz="1300" b="1" dirty="0">
                <a:solidFill>
                  <a:srgbClr val="8F4519"/>
                </a:solidFill>
                <a:latin typeface="Calibri" pitchFamily="34" charset="0"/>
                <a:ea typeface="Calibri" pitchFamily="34" charset="-122"/>
                <a:cs typeface="Calibri" pitchFamily="34" charset="-120"/>
              </a:rPr>
              <a:t>Luke 9:62; Galatians 1:10</a:t>
            </a:r>
            <a:endParaRPr lang="en-US" sz="1300" dirty="0"/>
          </a:p>
        </p:txBody>
      </p:sp>
      <p:sp>
        <p:nvSpPr>
          <p:cNvPr id="18" name="Shape 16"/>
          <p:cNvSpPr/>
          <p:nvPr/>
        </p:nvSpPr>
        <p:spPr>
          <a:xfrm>
            <a:off x="685800" y="5486400"/>
            <a:ext cx="10820095" cy="0"/>
          </a:xfrm>
          <a:prstGeom prst="line">
            <a:avLst/>
          </a:prstGeom>
          <a:noFill/>
          <a:ln w="12700">
            <a:solidFill>
              <a:srgbClr val="8F4519"/>
            </a:solidFill>
            <a:prstDash val="solid"/>
          </a:ln>
        </p:spPr>
        <p:txBody>
          <a:bodyPr/>
          <a:lstStyle/>
          <a:p>
            <a:endParaRPr lang="en-US"/>
          </a:p>
        </p:txBody>
      </p:sp>
      <p:sp>
        <p:nvSpPr>
          <p:cNvPr id="19" name="Text 17"/>
          <p:cNvSpPr/>
          <p:nvPr/>
        </p:nvSpPr>
        <p:spPr>
          <a:xfrm>
            <a:off x="685800" y="5559552"/>
            <a:ext cx="10820095" cy="585216"/>
          </a:xfrm>
          <a:prstGeom prst="rect">
            <a:avLst/>
          </a:prstGeom>
          <a:noFill/>
          <a:ln/>
        </p:spPr>
        <p:txBody>
          <a:bodyPr wrap="square" lIns="0" tIns="0" rIns="0" bIns="0" rtlCol="0" anchor="ctr"/>
          <a:lstStyle/>
          <a:p>
            <a:pPr marL="0" indent="0">
              <a:buNone/>
            </a:pPr>
            <a:r>
              <a:rPr lang="en-US" sz="1200" b="1" kern="0" spc="200" dirty="0">
                <a:solidFill>
                  <a:srgbClr val="8F4519"/>
                </a:solidFill>
                <a:latin typeface="Calibri" pitchFamily="34" charset="0"/>
                <a:ea typeface="Calibri" pitchFamily="34" charset="-122"/>
                <a:cs typeface="Calibri" pitchFamily="34" charset="-120"/>
              </a:rPr>
              <a:t>TODAY   </a:t>
            </a:r>
            <a:r>
              <a:rPr lang="en-US" sz="1500" dirty="0">
                <a:solidFill>
                  <a:srgbClr val="22201C"/>
                </a:solidFill>
                <a:latin typeface="Calibri" pitchFamily="34" charset="0"/>
                <a:ea typeface="Calibri" pitchFamily="34" charset="-122"/>
                <a:cs typeface="Calibri" pitchFamily="34" charset="-120"/>
              </a:rPr>
              <a:t>Someone may say, “I was already baptized as a baby.” Don’t argue. Open the Bible together and study.</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6F2EA"/>
        </a:solidFill>
        <a:effectLst/>
      </p:bgPr>
    </p:bg>
    <p:spTree>
      <p:nvGrpSpPr>
        <p:cNvPr id="1" name=""/>
        <p:cNvGrpSpPr/>
        <p:nvPr/>
      </p:nvGrpSpPr>
      <p:grpSpPr>
        <a:xfrm>
          <a:off x="0" y="0"/>
          <a:ext cx="0" cy="0"/>
          <a:chOff x="0" y="0"/>
          <a:chExt cx="0" cy="0"/>
        </a:xfrm>
      </p:grpSpPr>
      <p:sp>
        <p:nvSpPr>
          <p:cNvPr id="2" name="Text 0"/>
          <p:cNvSpPr/>
          <p:nvPr/>
        </p:nvSpPr>
        <p:spPr>
          <a:xfrm>
            <a:off x="685800" y="502920"/>
            <a:ext cx="10820095" cy="274320"/>
          </a:xfrm>
          <a:prstGeom prst="rect">
            <a:avLst/>
          </a:prstGeom>
          <a:noFill/>
          <a:ln/>
        </p:spPr>
        <p:txBody>
          <a:bodyPr wrap="square" lIns="0" tIns="0" rIns="0" bIns="0" rtlCol="0" anchor="ctr"/>
          <a:lstStyle/>
          <a:p>
            <a:pPr marL="0" indent="0">
              <a:buNone/>
            </a:pPr>
            <a:r>
              <a:rPr lang="en-US" sz="1200" b="1" kern="0" spc="300" dirty="0">
                <a:solidFill>
                  <a:srgbClr val="8F4519"/>
                </a:solidFill>
                <a:latin typeface="Calibri" pitchFamily="34" charset="0"/>
                <a:ea typeface="Calibri" pitchFamily="34" charset="-122"/>
                <a:cs typeface="Calibri" pitchFamily="34" charset="-120"/>
              </a:rPr>
              <a:t>LESSON 3 · YOUR WORK IN THE BODY</a:t>
            </a:r>
            <a:endParaRPr lang="en-US" sz="1200" dirty="0"/>
          </a:p>
        </p:txBody>
      </p:sp>
      <p:sp>
        <p:nvSpPr>
          <p:cNvPr id="3" name="Text 1"/>
          <p:cNvSpPr/>
          <p:nvPr/>
        </p:nvSpPr>
        <p:spPr>
          <a:xfrm>
            <a:off x="685800" y="822960"/>
            <a:ext cx="10820095" cy="777240"/>
          </a:xfrm>
          <a:prstGeom prst="rect">
            <a:avLst/>
          </a:prstGeom>
          <a:noFill/>
          <a:ln/>
        </p:spPr>
        <p:txBody>
          <a:bodyPr wrap="square" lIns="0" tIns="0" rIns="0" bIns="0" rtlCol="0" anchor="t"/>
          <a:lstStyle/>
          <a:p>
            <a:pPr marL="0" indent="0">
              <a:buNone/>
            </a:pPr>
            <a:r>
              <a:rPr lang="en-US" sz="3400" b="1" dirty="0">
                <a:solidFill>
                  <a:srgbClr val="22201C"/>
                </a:solidFill>
                <a:latin typeface="Georgia" pitchFamily="34" charset="0"/>
                <a:ea typeface="Georgia" pitchFamily="34" charset="-122"/>
                <a:cs typeface="Georgia" pitchFamily="34" charset="-120"/>
              </a:rPr>
              <a:t>Use what God gave you</a:t>
            </a:r>
            <a:endParaRPr lang="en-US" sz="3400" dirty="0"/>
          </a:p>
        </p:txBody>
      </p:sp>
      <p:sp>
        <p:nvSpPr>
          <p:cNvPr id="4" name="Text 2"/>
          <p:cNvSpPr/>
          <p:nvPr/>
        </p:nvSpPr>
        <p:spPr>
          <a:xfrm>
            <a:off x="685800" y="6400800"/>
            <a:ext cx="5486400" cy="274320"/>
          </a:xfrm>
          <a:prstGeom prst="rect">
            <a:avLst/>
          </a:prstGeom>
          <a:noFill/>
          <a:ln/>
        </p:spPr>
        <p:txBody>
          <a:bodyPr wrap="square" lIns="0" tIns="0" rIns="0" bIns="0" rtlCol="0" anchor="ctr"/>
          <a:lstStyle/>
          <a:p>
            <a:pPr marL="0" indent="0">
              <a:buNone/>
            </a:pPr>
            <a:r>
              <a:rPr lang="en-US" sz="1000" dirty="0">
                <a:solidFill>
                  <a:srgbClr val="5C574F"/>
                </a:solidFill>
                <a:latin typeface="Calibri" pitchFamily="34" charset="0"/>
                <a:ea typeface="Calibri" pitchFamily="34" charset="-122"/>
                <a:cs typeface="Calibri" pitchFamily="34" charset="-120"/>
              </a:rPr>
              <a:t>Welcome to the Family of God</a:t>
            </a:r>
            <a:endParaRPr lang="en-US" sz="1000" dirty="0"/>
          </a:p>
        </p:txBody>
      </p:sp>
      <p:sp>
        <p:nvSpPr>
          <p:cNvPr id="5" name="Text 3"/>
          <p:cNvSpPr/>
          <p:nvPr/>
        </p:nvSpPr>
        <p:spPr>
          <a:xfrm>
            <a:off x="10591495" y="6400800"/>
            <a:ext cx="914400" cy="274320"/>
          </a:xfrm>
          <a:prstGeom prst="rect">
            <a:avLst/>
          </a:prstGeom>
          <a:noFill/>
          <a:ln/>
        </p:spPr>
        <p:txBody>
          <a:bodyPr wrap="square" lIns="0" tIns="0" rIns="0" bIns="0" rtlCol="0" anchor="ctr"/>
          <a:lstStyle/>
          <a:p>
            <a:pPr marL="0" indent="0" algn="r">
              <a:buNone/>
            </a:pPr>
            <a:r>
              <a:rPr lang="en-US" sz="1000" dirty="0">
                <a:solidFill>
                  <a:srgbClr val="5C574F"/>
                </a:solidFill>
                <a:latin typeface="Calibri" pitchFamily="34" charset="0"/>
                <a:ea typeface="Calibri" pitchFamily="34" charset="-122"/>
                <a:cs typeface="Calibri" pitchFamily="34" charset="-120"/>
              </a:rPr>
              <a:t>33</a:t>
            </a:r>
            <a:endParaRPr lang="en-US" sz="1000" dirty="0"/>
          </a:p>
        </p:txBody>
      </p:sp>
      <p:sp>
        <p:nvSpPr>
          <p:cNvPr id="6" name="Text 4"/>
          <p:cNvSpPr/>
          <p:nvPr/>
        </p:nvSpPr>
        <p:spPr>
          <a:xfrm>
            <a:off x="685800" y="1645920"/>
            <a:ext cx="10820095" cy="411480"/>
          </a:xfrm>
          <a:prstGeom prst="rect">
            <a:avLst/>
          </a:prstGeom>
          <a:noFill/>
          <a:ln/>
        </p:spPr>
        <p:txBody>
          <a:bodyPr wrap="square" lIns="0" tIns="0" rIns="0" bIns="0" rtlCol="0" anchor="ctr"/>
          <a:lstStyle/>
          <a:p>
            <a:pPr marL="0" indent="0">
              <a:buNone/>
            </a:pPr>
            <a:r>
              <a:rPr lang="en-US" sz="1800" dirty="0">
                <a:solidFill>
                  <a:srgbClr val="5C574F"/>
                </a:solidFill>
                <a:latin typeface="Calibri" pitchFamily="34" charset="0"/>
                <a:ea typeface="Calibri" pitchFamily="34" charset="-122"/>
                <a:cs typeface="Calibri" pitchFamily="34" charset="-120"/>
              </a:rPr>
              <a:t>Every member has a function. No one is a spectator.  </a:t>
            </a:r>
            <a:r>
              <a:rPr lang="en-US" sz="1500" b="1" dirty="0">
                <a:solidFill>
                  <a:srgbClr val="8F4519"/>
                </a:solidFill>
                <a:latin typeface="Calibri" pitchFamily="34" charset="0"/>
                <a:ea typeface="Calibri" pitchFamily="34" charset="-122"/>
                <a:cs typeface="Calibri" pitchFamily="34" charset="-120"/>
              </a:rPr>
              <a:t>Romans 12:4–8; 1 Peter 4:10</a:t>
            </a:r>
            <a:endParaRPr lang="en-US" sz="1800" dirty="0"/>
          </a:p>
        </p:txBody>
      </p:sp>
      <p:sp>
        <p:nvSpPr>
          <p:cNvPr id="7" name="Shape 5"/>
          <p:cNvSpPr/>
          <p:nvPr/>
        </p:nvSpPr>
        <p:spPr>
          <a:xfrm>
            <a:off x="685800" y="2286000"/>
            <a:ext cx="3454298" cy="0"/>
          </a:xfrm>
          <a:prstGeom prst="line">
            <a:avLst/>
          </a:prstGeom>
          <a:noFill/>
          <a:ln w="12700">
            <a:solidFill>
              <a:srgbClr val="DDD4C4"/>
            </a:solidFill>
            <a:prstDash val="solid"/>
          </a:ln>
        </p:spPr>
        <p:txBody>
          <a:bodyPr/>
          <a:lstStyle/>
          <a:p>
            <a:endParaRPr lang="en-US"/>
          </a:p>
        </p:txBody>
      </p:sp>
      <p:sp>
        <p:nvSpPr>
          <p:cNvPr id="8" name="Text 6"/>
          <p:cNvSpPr/>
          <p:nvPr/>
        </p:nvSpPr>
        <p:spPr>
          <a:xfrm>
            <a:off x="685800" y="2487168"/>
            <a:ext cx="3454298" cy="640080"/>
          </a:xfrm>
          <a:prstGeom prst="rect">
            <a:avLst/>
          </a:prstGeom>
          <a:noFill/>
          <a:ln/>
        </p:spPr>
        <p:txBody>
          <a:bodyPr wrap="square" lIns="0" tIns="0" rIns="0" bIns="0" rtlCol="0" anchor="t"/>
          <a:lstStyle/>
          <a:p>
            <a:pPr marL="0" indent="0">
              <a:lnSpc>
                <a:spcPct val="110000"/>
              </a:lnSpc>
              <a:spcAft>
                <a:spcPts val="600"/>
              </a:spcAft>
              <a:buNone/>
            </a:pPr>
            <a:r>
              <a:rPr lang="en-US" sz="1700" b="1" dirty="0">
                <a:solidFill>
                  <a:srgbClr val="22201C"/>
                </a:solidFill>
                <a:latin typeface="Calibri" pitchFamily="34" charset="0"/>
                <a:ea typeface="Calibri" pitchFamily="34" charset="-122"/>
                <a:cs typeface="Calibri" pitchFamily="34" charset="-120"/>
              </a:rPr>
              <a:t>Welcome visitors and new members</a:t>
            </a:r>
            <a:endParaRPr lang="en-US" sz="1700" dirty="0"/>
          </a:p>
        </p:txBody>
      </p:sp>
      <p:sp>
        <p:nvSpPr>
          <p:cNvPr id="9" name="Text 7"/>
          <p:cNvSpPr/>
          <p:nvPr/>
        </p:nvSpPr>
        <p:spPr>
          <a:xfrm>
            <a:off x="685800" y="3154680"/>
            <a:ext cx="3454298" cy="274320"/>
          </a:xfrm>
          <a:prstGeom prst="rect">
            <a:avLst/>
          </a:prstGeom>
          <a:noFill/>
          <a:ln/>
        </p:spPr>
        <p:txBody>
          <a:bodyPr wrap="square" lIns="0" tIns="0" rIns="0" bIns="0" rtlCol="0" anchor="b"/>
          <a:lstStyle/>
          <a:p>
            <a:pPr marL="0" indent="0">
              <a:buNone/>
            </a:pPr>
            <a:r>
              <a:rPr lang="en-US" sz="1300" b="1" dirty="0">
                <a:solidFill>
                  <a:srgbClr val="8F4519"/>
                </a:solidFill>
                <a:latin typeface="Calibri" pitchFamily="34" charset="0"/>
                <a:ea typeface="Calibri" pitchFamily="34" charset="-122"/>
                <a:cs typeface="Calibri" pitchFamily="34" charset="-120"/>
              </a:rPr>
              <a:t>Romans 15:7</a:t>
            </a:r>
            <a:endParaRPr lang="en-US" sz="1300" dirty="0"/>
          </a:p>
        </p:txBody>
      </p:sp>
      <p:sp>
        <p:nvSpPr>
          <p:cNvPr id="10" name="Shape 8"/>
          <p:cNvSpPr/>
          <p:nvPr/>
        </p:nvSpPr>
        <p:spPr>
          <a:xfrm>
            <a:off x="4368698" y="2286000"/>
            <a:ext cx="3454298" cy="0"/>
          </a:xfrm>
          <a:prstGeom prst="line">
            <a:avLst/>
          </a:prstGeom>
          <a:noFill/>
          <a:ln w="12700">
            <a:solidFill>
              <a:srgbClr val="DDD4C4"/>
            </a:solidFill>
            <a:prstDash val="solid"/>
          </a:ln>
        </p:spPr>
        <p:txBody>
          <a:bodyPr/>
          <a:lstStyle/>
          <a:p>
            <a:endParaRPr lang="en-US"/>
          </a:p>
        </p:txBody>
      </p:sp>
      <p:sp>
        <p:nvSpPr>
          <p:cNvPr id="11" name="Text 9"/>
          <p:cNvSpPr/>
          <p:nvPr/>
        </p:nvSpPr>
        <p:spPr>
          <a:xfrm>
            <a:off x="4368698" y="2487168"/>
            <a:ext cx="3454298" cy="640080"/>
          </a:xfrm>
          <a:prstGeom prst="rect">
            <a:avLst/>
          </a:prstGeom>
          <a:noFill/>
          <a:ln/>
        </p:spPr>
        <p:txBody>
          <a:bodyPr wrap="square" lIns="0" tIns="0" rIns="0" bIns="0" rtlCol="0" anchor="t"/>
          <a:lstStyle/>
          <a:p>
            <a:pPr marL="0" indent="0">
              <a:lnSpc>
                <a:spcPct val="110000"/>
              </a:lnSpc>
              <a:spcAft>
                <a:spcPts val="600"/>
              </a:spcAft>
              <a:buNone/>
            </a:pPr>
            <a:r>
              <a:rPr lang="en-US" sz="1700" b="1" dirty="0">
                <a:solidFill>
                  <a:srgbClr val="22201C"/>
                </a:solidFill>
                <a:latin typeface="Calibri" pitchFamily="34" charset="0"/>
                <a:ea typeface="Calibri" pitchFamily="34" charset="-122"/>
                <a:cs typeface="Calibri" pitchFamily="34" charset="-120"/>
              </a:rPr>
              <a:t>Visit the sick, widows and shut-ins</a:t>
            </a:r>
            <a:endParaRPr lang="en-US" sz="1700" dirty="0"/>
          </a:p>
        </p:txBody>
      </p:sp>
      <p:sp>
        <p:nvSpPr>
          <p:cNvPr id="12" name="Text 10"/>
          <p:cNvSpPr/>
          <p:nvPr/>
        </p:nvSpPr>
        <p:spPr>
          <a:xfrm>
            <a:off x="4368698" y="3154680"/>
            <a:ext cx="3454298" cy="274320"/>
          </a:xfrm>
          <a:prstGeom prst="rect">
            <a:avLst/>
          </a:prstGeom>
          <a:noFill/>
          <a:ln/>
        </p:spPr>
        <p:txBody>
          <a:bodyPr wrap="square" lIns="0" tIns="0" rIns="0" bIns="0" rtlCol="0" anchor="b"/>
          <a:lstStyle/>
          <a:p>
            <a:pPr marL="0" indent="0">
              <a:buNone/>
            </a:pPr>
            <a:r>
              <a:rPr lang="en-US" sz="1300" b="1" dirty="0">
                <a:solidFill>
                  <a:srgbClr val="8F4519"/>
                </a:solidFill>
                <a:latin typeface="Calibri" pitchFamily="34" charset="0"/>
                <a:ea typeface="Calibri" pitchFamily="34" charset="-122"/>
                <a:cs typeface="Calibri" pitchFamily="34" charset="-120"/>
              </a:rPr>
              <a:t>James 1:27</a:t>
            </a:r>
            <a:endParaRPr lang="en-US" sz="1300" dirty="0"/>
          </a:p>
        </p:txBody>
      </p:sp>
      <p:sp>
        <p:nvSpPr>
          <p:cNvPr id="13" name="Shape 11"/>
          <p:cNvSpPr/>
          <p:nvPr/>
        </p:nvSpPr>
        <p:spPr>
          <a:xfrm>
            <a:off x="8051597" y="2286000"/>
            <a:ext cx="3454298" cy="0"/>
          </a:xfrm>
          <a:prstGeom prst="line">
            <a:avLst/>
          </a:prstGeom>
          <a:noFill/>
          <a:ln w="12700">
            <a:solidFill>
              <a:srgbClr val="DDD4C4"/>
            </a:solidFill>
            <a:prstDash val="solid"/>
          </a:ln>
        </p:spPr>
        <p:txBody>
          <a:bodyPr/>
          <a:lstStyle/>
          <a:p>
            <a:endParaRPr lang="en-US"/>
          </a:p>
        </p:txBody>
      </p:sp>
      <p:sp>
        <p:nvSpPr>
          <p:cNvPr id="14" name="Text 12"/>
          <p:cNvSpPr/>
          <p:nvPr/>
        </p:nvSpPr>
        <p:spPr>
          <a:xfrm>
            <a:off x="8051597" y="2487168"/>
            <a:ext cx="3454298" cy="640080"/>
          </a:xfrm>
          <a:prstGeom prst="rect">
            <a:avLst/>
          </a:prstGeom>
          <a:noFill/>
          <a:ln/>
        </p:spPr>
        <p:txBody>
          <a:bodyPr wrap="square" lIns="0" tIns="0" rIns="0" bIns="0" rtlCol="0" anchor="t"/>
          <a:lstStyle/>
          <a:p>
            <a:pPr marL="0" indent="0">
              <a:lnSpc>
                <a:spcPct val="110000"/>
              </a:lnSpc>
              <a:spcAft>
                <a:spcPts val="600"/>
              </a:spcAft>
              <a:buNone/>
            </a:pPr>
            <a:r>
              <a:rPr lang="en-US" sz="1700" b="1" dirty="0">
                <a:solidFill>
                  <a:srgbClr val="22201C"/>
                </a:solidFill>
                <a:latin typeface="Calibri" pitchFamily="34" charset="0"/>
                <a:ea typeface="Calibri" pitchFamily="34" charset="-122"/>
                <a:cs typeface="Calibri" pitchFamily="34" charset="-120"/>
              </a:rPr>
              <a:t>Learn now so you can teach later</a:t>
            </a:r>
            <a:endParaRPr lang="en-US" sz="1700" dirty="0"/>
          </a:p>
        </p:txBody>
      </p:sp>
      <p:sp>
        <p:nvSpPr>
          <p:cNvPr id="15" name="Text 13"/>
          <p:cNvSpPr/>
          <p:nvPr/>
        </p:nvSpPr>
        <p:spPr>
          <a:xfrm>
            <a:off x="8051597" y="3154680"/>
            <a:ext cx="3454298" cy="274320"/>
          </a:xfrm>
          <a:prstGeom prst="rect">
            <a:avLst/>
          </a:prstGeom>
          <a:noFill/>
          <a:ln/>
        </p:spPr>
        <p:txBody>
          <a:bodyPr wrap="square" lIns="0" tIns="0" rIns="0" bIns="0" rtlCol="0" anchor="b"/>
          <a:lstStyle/>
          <a:p>
            <a:pPr marL="0" indent="0">
              <a:buNone/>
            </a:pPr>
            <a:r>
              <a:rPr lang="en-US" sz="1300" b="1" dirty="0">
                <a:solidFill>
                  <a:srgbClr val="8F4519"/>
                </a:solidFill>
                <a:latin typeface="Calibri" pitchFamily="34" charset="0"/>
                <a:ea typeface="Calibri" pitchFamily="34" charset="-122"/>
                <a:cs typeface="Calibri" pitchFamily="34" charset="-120"/>
              </a:rPr>
              <a:t>2 Timothy 2:2</a:t>
            </a:r>
            <a:endParaRPr lang="en-US" sz="1300" dirty="0"/>
          </a:p>
        </p:txBody>
      </p:sp>
      <p:sp>
        <p:nvSpPr>
          <p:cNvPr id="16" name="Shape 14"/>
          <p:cNvSpPr/>
          <p:nvPr/>
        </p:nvSpPr>
        <p:spPr>
          <a:xfrm>
            <a:off x="685800" y="3794760"/>
            <a:ext cx="3454298" cy="0"/>
          </a:xfrm>
          <a:prstGeom prst="line">
            <a:avLst/>
          </a:prstGeom>
          <a:noFill/>
          <a:ln w="12700">
            <a:solidFill>
              <a:srgbClr val="DDD4C4"/>
            </a:solidFill>
            <a:prstDash val="solid"/>
          </a:ln>
        </p:spPr>
        <p:txBody>
          <a:bodyPr/>
          <a:lstStyle/>
          <a:p>
            <a:endParaRPr lang="en-US"/>
          </a:p>
        </p:txBody>
      </p:sp>
      <p:sp>
        <p:nvSpPr>
          <p:cNvPr id="17" name="Text 15"/>
          <p:cNvSpPr/>
          <p:nvPr/>
        </p:nvSpPr>
        <p:spPr>
          <a:xfrm>
            <a:off x="685800" y="3995928"/>
            <a:ext cx="3454298" cy="640080"/>
          </a:xfrm>
          <a:prstGeom prst="rect">
            <a:avLst/>
          </a:prstGeom>
          <a:noFill/>
          <a:ln/>
        </p:spPr>
        <p:txBody>
          <a:bodyPr wrap="square" lIns="0" tIns="0" rIns="0" bIns="0" rtlCol="0" anchor="t"/>
          <a:lstStyle/>
          <a:p>
            <a:pPr marL="0" indent="0">
              <a:lnSpc>
                <a:spcPct val="110000"/>
              </a:lnSpc>
              <a:spcAft>
                <a:spcPts val="600"/>
              </a:spcAft>
              <a:buNone/>
            </a:pPr>
            <a:r>
              <a:rPr lang="en-US" sz="1700" b="1" dirty="0">
                <a:solidFill>
                  <a:srgbClr val="22201C"/>
                </a:solidFill>
                <a:latin typeface="Calibri" pitchFamily="34" charset="0"/>
                <a:ea typeface="Calibri" pitchFamily="34" charset="-122"/>
                <a:cs typeface="Calibri" pitchFamily="34" charset="-120"/>
              </a:rPr>
              <a:t>Give cheerfully each Lord’s Day</a:t>
            </a:r>
            <a:endParaRPr lang="en-US" sz="1700" dirty="0"/>
          </a:p>
        </p:txBody>
      </p:sp>
      <p:sp>
        <p:nvSpPr>
          <p:cNvPr id="18" name="Text 16"/>
          <p:cNvSpPr/>
          <p:nvPr/>
        </p:nvSpPr>
        <p:spPr>
          <a:xfrm>
            <a:off x="685800" y="4663440"/>
            <a:ext cx="3454298" cy="274320"/>
          </a:xfrm>
          <a:prstGeom prst="rect">
            <a:avLst/>
          </a:prstGeom>
          <a:noFill/>
          <a:ln/>
        </p:spPr>
        <p:txBody>
          <a:bodyPr wrap="square" lIns="0" tIns="0" rIns="0" bIns="0" rtlCol="0" anchor="b"/>
          <a:lstStyle/>
          <a:p>
            <a:pPr marL="0" indent="0">
              <a:buNone/>
            </a:pPr>
            <a:r>
              <a:rPr lang="en-US" sz="1300" b="1" dirty="0">
                <a:solidFill>
                  <a:srgbClr val="8F4519"/>
                </a:solidFill>
                <a:latin typeface="Calibri" pitchFamily="34" charset="0"/>
                <a:ea typeface="Calibri" pitchFamily="34" charset="-122"/>
                <a:cs typeface="Calibri" pitchFamily="34" charset="-120"/>
              </a:rPr>
              <a:t>2 Corinthians 9:7</a:t>
            </a:r>
            <a:endParaRPr lang="en-US" sz="1300" dirty="0"/>
          </a:p>
        </p:txBody>
      </p:sp>
      <p:sp>
        <p:nvSpPr>
          <p:cNvPr id="19" name="Shape 17"/>
          <p:cNvSpPr/>
          <p:nvPr/>
        </p:nvSpPr>
        <p:spPr>
          <a:xfrm>
            <a:off x="4368698" y="3794760"/>
            <a:ext cx="3454298" cy="0"/>
          </a:xfrm>
          <a:prstGeom prst="line">
            <a:avLst/>
          </a:prstGeom>
          <a:noFill/>
          <a:ln w="12700">
            <a:solidFill>
              <a:srgbClr val="DDD4C4"/>
            </a:solidFill>
            <a:prstDash val="solid"/>
          </a:ln>
        </p:spPr>
        <p:txBody>
          <a:bodyPr/>
          <a:lstStyle/>
          <a:p>
            <a:endParaRPr lang="en-US"/>
          </a:p>
        </p:txBody>
      </p:sp>
      <p:sp>
        <p:nvSpPr>
          <p:cNvPr id="20" name="Text 18"/>
          <p:cNvSpPr/>
          <p:nvPr/>
        </p:nvSpPr>
        <p:spPr>
          <a:xfrm>
            <a:off x="4368698" y="3995928"/>
            <a:ext cx="3454298" cy="640080"/>
          </a:xfrm>
          <a:prstGeom prst="rect">
            <a:avLst/>
          </a:prstGeom>
          <a:noFill/>
          <a:ln/>
        </p:spPr>
        <p:txBody>
          <a:bodyPr wrap="square" lIns="0" tIns="0" rIns="0" bIns="0" rtlCol="0" anchor="t"/>
          <a:lstStyle/>
          <a:p>
            <a:pPr marL="0" indent="0">
              <a:lnSpc>
                <a:spcPct val="110000"/>
              </a:lnSpc>
              <a:spcAft>
                <a:spcPts val="600"/>
              </a:spcAft>
              <a:buNone/>
            </a:pPr>
            <a:r>
              <a:rPr lang="en-US" sz="1700" b="1" dirty="0">
                <a:solidFill>
                  <a:srgbClr val="22201C"/>
                </a:solidFill>
                <a:latin typeface="Calibri" pitchFamily="34" charset="0"/>
                <a:ea typeface="Calibri" pitchFamily="34" charset="-122"/>
                <a:cs typeface="Calibri" pitchFamily="34" charset="-120"/>
              </a:rPr>
              <a:t>Help with practical needs</a:t>
            </a:r>
            <a:endParaRPr lang="en-US" sz="1700" dirty="0"/>
          </a:p>
        </p:txBody>
      </p:sp>
      <p:sp>
        <p:nvSpPr>
          <p:cNvPr id="21" name="Text 19"/>
          <p:cNvSpPr/>
          <p:nvPr/>
        </p:nvSpPr>
        <p:spPr>
          <a:xfrm>
            <a:off x="4368698" y="4663440"/>
            <a:ext cx="3454298" cy="274320"/>
          </a:xfrm>
          <a:prstGeom prst="rect">
            <a:avLst/>
          </a:prstGeom>
          <a:noFill/>
          <a:ln/>
        </p:spPr>
        <p:txBody>
          <a:bodyPr wrap="square" lIns="0" tIns="0" rIns="0" bIns="0" rtlCol="0" anchor="b"/>
          <a:lstStyle/>
          <a:p>
            <a:pPr marL="0" indent="0">
              <a:buNone/>
            </a:pPr>
            <a:r>
              <a:rPr lang="en-US" sz="1300" b="1" dirty="0">
                <a:solidFill>
                  <a:srgbClr val="8F4519"/>
                </a:solidFill>
                <a:latin typeface="Calibri" pitchFamily="34" charset="0"/>
                <a:ea typeface="Calibri" pitchFamily="34" charset="-122"/>
                <a:cs typeface="Calibri" pitchFamily="34" charset="-120"/>
              </a:rPr>
              <a:t>Galatians 6:10</a:t>
            </a:r>
            <a:endParaRPr lang="en-US" sz="1300" dirty="0"/>
          </a:p>
        </p:txBody>
      </p:sp>
      <p:sp>
        <p:nvSpPr>
          <p:cNvPr id="22" name="Shape 20"/>
          <p:cNvSpPr/>
          <p:nvPr/>
        </p:nvSpPr>
        <p:spPr>
          <a:xfrm>
            <a:off x="8051597" y="3794760"/>
            <a:ext cx="3454298" cy="0"/>
          </a:xfrm>
          <a:prstGeom prst="line">
            <a:avLst/>
          </a:prstGeom>
          <a:noFill/>
          <a:ln w="12700">
            <a:solidFill>
              <a:srgbClr val="DDD4C4"/>
            </a:solidFill>
            <a:prstDash val="solid"/>
          </a:ln>
        </p:spPr>
        <p:txBody>
          <a:bodyPr/>
          <a:lstStyle/>
          <a:p>
            <a:endParaRPr lang="en-US"/>
          </a:p>
        </p:txBody>
      </p:sp>
      <p:sp>
        <p:nvSpPr>
          <p:cNvPr id="23" name="Text 21"/>
          <p:cNvSpPr/>
          <p:nvPr/>
        </p:nvSpPr>
        <p:spPr>
          <a:xfrm>
            <a:off x="8051597" y="3995928"/>
            <a:ext cx="3454298" cy="640080"/>
          </a:xfrm>
          <a:prstGeom prst="rect">
            <a:avLst/>
          </a:prstGeom>
          <a:noFill/>
          <a:ln/>
        </p:spPr>
        <p:txBody>
          <a:bodyPr wrap="square" lIns="0" tIns="0" rIns="0" bIns="0" rtlCol="0" anchor="t"/>
          <a:lstStyle/>
          <a:p>
            <a:pPr marL="0" indent="0">
              <a:lnSpc>
                <a:spcPct val="110000"/>
              </a:lnSpc>
              <a:spcAft>
                <a:spcPts val="600"/>
              </a:spcAft>
              <a:buNone/>
            </a:pPr>
            <a:r>
              <a:rPr lang="en-US" sz="1700" b="1" dirty="0">
                <a:solidFill>
                  <a:srgbClr val="22201C"/>
                </a:solidFill>
                <a:latin typeface="Calibri" pitchFamily="34" charset="0"/>
                <a:ea typeface="Calibri" pitchFamily="34" charset="-122"/>
                <a:cs typeface="Calibri" pitchFamily="34" charset="-120"/>
              </a:rPr>
              <a:t>Pray for the members by name</a:t>
            </a:r>
            <a:endParaRPr lang="en-US" sz="1700" dirty="0"/>
          </a:p>
        </p:txBody>
      </p:sp>
      <p:sp>
        <p:nvSpPr>
          <p:cNvPr id="24" name="Text 22"/>
          <p:cNvSpPr/>
          <p:nvPr/>
        </p:nvSpPr>
        <p:spPr>
          <a:xfrm>
            <a:off x="8051597" y="4663440"/>
            <a:ext cx="3454298" cy="274320"/>
          </a:xfrm>
          <a:prstGeom prst="rect">
            <a:avLst/>
          </a:prstGeom>
          <a:noFill/>
          <a:ln/>
        </p:spPr>
        <p:txBody>
          <a:bodyPr wrap="square" lIns="0" tIns="0" rIns="0" bIns="0" rtlCol="0" anchor="b"/>
          <a:lstStyle/>
          <a:p>
            <a:pPr marL="0" indent="0">
              <a:buNone/>
            </a:pPr>
            <a:r>
              <a:rPr lang="en-US" sz="1300" b="1" dirty="0">
                <a:solidFill>
                  <a:srgbClr val="8F4519"/>
                </a:solidFill>
                <a:latin typeface="Calibri" pitchFamily="34" charset="0"/>
                <a:ea typeface="Calibri" pitchFamily="34" charset="-122"/>
                <a:cs typeface="Calibri" pitchFamily="34" charset="-120"/>
              </a:rPr>
              <a:t>Ephesians 6:18</a:t>
            </a:r>
            <a:endParaRPr lang="en-US" sz="1300" dirty="0"/>
          </a:p>
        </p:txBody>
      </p:sp>
      <p:sp>
        <p:nvSpPr>
          <p:cNvPr id="25" name="Shape 23"/>
          <p:cNvSpPr/>
          <p:nvPr/>
        </p:nvSpPr>
        <p:spPr>
          <a:xfrm>
            <a:off x="685800" y="5486400"/>
            <a:ext cx="10820095" cy="0"/>
          </a:xfrm>
          <a:prstGeom prst="line">
            <a:avLst/>
          </a:prstGeom>
          <a:noFill/>
          <a:ln w="12700">
            <a:solidFill>
              <a:srgbClr val="8F4519"/>
            </a:solidFill>
            <a:prstDash val="solid"/>
          </a:ln>
        </p:spPr>
        <p:txBody>
          <a:bodyPr/>
          <a:lstStyle/>
          <a:p>
            <a:endParaRPr lang="en-US"/>
          </a:p>
        </p:txBody>
      </p:sp>
      <p:sp>
        <p:nvSpPr>
          <p:cNvPr id="26" name="Text 24"/>
          <p:cNvSpPr/>
          <p:nvPr/>
        </p:nvSpPr>
        <p:spPr>
          <a:xfrm>
            <a:off x="685800" y="5559552"/>
            <a:ext cx="10820095" cy="585216"/>
          </a:xfrm>
          <a:prstGeom prst="rect">
            <a:avLst/>
          </a:prstGeom>
          <a:noFill/>
          <a:ln/>
        </p:spPr>
        <p:txBody>
          <a:bodyPr wrap="square" lIns="0" tIns="0" rIns="0" bIns="0" rtlCol="0" anchor="ctr"/>
          <a:lstStyle/>
          <a:p>
            <a:pPr marL="0" indent="0">
              <a:buNone/>
            </a:pPr>
            <a:r>
              <a:rPr lang="en-US" sz="1200" b="1" kern="0" spc="200" dirty="0">
                <a:solidFill>
                  <a:srgbClr val="8F4519"/>
                </a:solidFill>
                <a:latin typeface="Calibri" pitchFamily="34" charset="0"/>
                <a:ea typeface="Calibri" pitchFamily="34" charset="-122"/>
                <a:cs typeface="Calibri" pitchFamily="34" charset="-120"/>
              </a:rPr>
              <a:t>TODAY   </a:t>
            </a:r>
            <a:r>
              <a:rPr lang="en-US" sz="1500" dirty="0">
                <a:solidFill>
                  <a:srgbClr val="22201C"/>
                </a:solidFill>
                <a:latin typeface="Calibri" pitchFamily="34" charset="0"/>
                <a:ea typeface="Calibri" pitchFamily="34" charset="-122"/>
                <a:cs typeface="Calibri" pitchFamily="34" charset="-120"/>
              </a:rPr>
              <a:t>A team loses when players sit on the bench. Ask Bro. Sabin Johnson where you can start serving this month.</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6F2EA"/>
        </a:solidFill>
        <a:effectLst/>
      </p:bgPr>
    </p:bg>
    <p:spTree>
      <p:nvGrpSpPr>
        <p:cNvPr id="1" name=""/>
        <p:cNvGrpSpPr/>
        <p:nvPr/>
      </p:nvGrpSpPr>
      <p:grpSpPr>
        <a:xfrm>
          <a:off x="0" y="0"/>
          <a:ext cx="0" cy="0"/>
          <a:chOff x="0" y="0"/>
          <a:chExt cx="0" cy="0"/>
        </a:xfrm>
      </p:grpSpPr>
      <p:sp>
        <p:nvSpPr>
          <p:cNvPr id="2" name="Text 0"/>
          <p:cNvSpPr/>
          <p:nvPr/>
        </p:nvSpPr>
        <p:spPr>
          <a:xfrm>
            <a:off x="685800" y="502920"/>
            <a:ext cx="10820095" cy="274320"/>
          </a:xfrm>
          <a:prstGeom prst="rect">
            <a:avLst/>
          </a:prstGeom>
          <a:noFill/>
          <a:ln/>
        </p:spPr>
        <p:txBody>
          <a:bodyPr wrap="square" lIns="0" tIns="0" rIns="0" bIns="0" rtlCol="0" anchor="ctr"/>
          <a:lstStyle/>
          <a:p>
            <a:pPr marL="0" indent="0">
              <a:buNone/>
            </a:pPr>
            <a:r>
              <a:rPr lang="en-US" sz="1200" b="1" kern="0" spc="300" dirty="0">
                <a:solidFill>
                  <a:srgbClr val="8F4519"/>
                </a:solidFill>
                <a:latin typeface="Calibri" pitchFamily="34" charset="0"/>
                <a:ea typeface="Calibri" pitchFamily="34" charset="-122"/>
                <a:cs typeface="Calibri" pitchFamily="34" charset="-120"/>
              </a:rPr>
              <a:t>LESSON 3 · SHARE THE GOOD NEWS</a:t>
            </a:r>
            <a:endParaRPr lang="en-US" sz="1200" dirty="0"/>
          </a:p>
        </p:txBody>
      </p:sp>
      <p:sp>
        <p:nvSpPr>
          <p:cNvPr id="3" name="Text 1"/>
          <p:cNvSpPr/>
          <p:nvPr/>
        </p:nvSpPr>
        <p:spPr>
          <a:xfrm>
            <a:off x="685800" y="822960"/>
            <a:ext cx="10820095" cy="777240"/>
          </a:xfrm>
          <a:prstGeom prst="rect">
            <a:avLst/>
          </a:prstGeom>
          <a:noFill/>
          <a:ln/>
        </p:spPr>
        <p:txBody>
          <a:bodyPr wrap="square" lIns="0" tIns="0" rIns="0" bIns="0" rtlCol="0" anchor="t"/>
          <a:lstStyle/>
          <a:p>
            <a:pPr marL="0" indent="0">
              <a:buNone/>
            </a:pPr>
            <a:r>
              <a:rPr lang="en-US" sz="3400" b="1" dirty="0">
                <a:solidFill>
                  <a:srgbClr val="22201C"/>
                </a:solidFill>
                <a:latin typeface="Georgia" pitchFamily="34" charset="0"/>
                <a:ea typeface="Georgia" pitchFamily="34" charset="-122"/>
                <a:cs typeface="Georgia" pitchFamily="34" charset="-120"/>
              </a:rPr>
              <a:t>Tell someone what the Lord did</a:t>
            </a:r>
            <a:endParaRPr lang="en-US" sz="3400" dirty="0"/>
          </a:p>
        </p:txBody>
      </p:sp>
      <p:sp>
        <p:nvSpPr>
          <p:cNvPr id="4" name="Text 2"/>
          <p:cNvSpPr/>
          <p:nvPr/>
        </p:nvSpPr>
        <p:spPr>
          <a:xfrm>
            <a:off x="685800" y="6400800"/>
            <a:ext cx="5486400" cy="274320"/>
          </a:xfrm>
          <a:prstGeom prst="rect">
            <a:avLst/>
          </a:prstGeom>
          <a:noFill/>
          <a:ln/>
        </p:spPr>
        <p:txBody>
          <a:bodyPr wrap="square" lIns="0" tIns="0" rIns="0" bIns="0" rtlCol="0" anchor="ctr"/>
          <a:lstStyle/>
          <a:p>
            <a:pPr marL="0" indent="0">
              <a:buNone/>
            </a:pPr>
            <a:r>
              <a:rPr lang="en-US" sz="1000" dirty="0">
                <a:solidFill>
                  <a:srgbClr val="5C574F"/>
                </a:solidFill>
                <a:latin typeface="Calibri" pitchFamily="34" charset="0"/>
                <a:ea typeface="Calibri" pitchFamily="34" charset="-122"/>
                <a:cs typeface="Calibri" pitchFamily="34" charset="-120"/>
              </a:rPr>
              <a:t>Welcome to the Family of God</a:t>
            </a:r>
            <a:endParaRPr lang="en-US" sz="1000" dirty="0"/>
          </a:p>
        </p:txBody>
      </p:sp>
      <p:sp>
        <p:nvSpPr>
          <p:cNvPr id="5" name="Text 3"/>
          <p:cNvSpPr/>
          <p:nvPr/>
        </p:nvSpPr>
        <p:spPr>
          <a:xfrm>
            <a:off x="10591495" y="6400800"/>
            <a:ext cx="914400" cy="274320"/>
          </a:xfrm>
          <a:prstGeom prst="rect">
            <a:avLst/>
          </a:prstGeom>
          <a:noFill/>
          <a:ln/>
        </p:spPr>
        <p:txBody>
          <a:bodyPr wrap="square" lIns="0" tIns="0" rIns="0" bIns="0" rtlCol="0" anchor="ctr"/>
          <a:lstStyle/>
          <a:p>
            <a:pPr marL="0" indent="0" algn="r">
              <a:buNone/>
            </a:pPr>
            <a:r>
              <a:rPr lang="en-US" sz="1000" dirty="0">
                <a:solidFill>
                  <a:srgbClr val="5C574F"/>
                </a:solidFill>
                <a:latin typeface="Calibri" pitchFamily="34" charset="0"/>
                <a:ea typeface="Calibri" pitchFamily="34" charset="-122"/>
                <a:cs typeface="Calibri" pitchFamily="34" charset="-120"/>
              </a:rPr>
              <a:t>34</a:t>
            </a:r>
            <a:endParaRPr lang="en-US" sz="1000" dirty="0"/>
          </a:p>
        </p:txBody>
      </p:sp>
      <p:sp>
        <p:nvSpPr>
          <p:cNvPr id="6" name="Shape 4"/>
          <p:cNvSpPr/>
          <p:nvPr/>
        </p:nvSpPr>
        <p:spPr>
          <a:xfrm>
            <a:off x="685800" y="1737360"/>
            <a:ext cx="3454298" cy="0"/>
          </a:xfrm>
          <a:prstGeom prst="line">
            <a:avLst/>
          </a:prstGeom>
          <a:noFill/>
          <a:ln w="12700">
            <a:solidFill>
              <a:srgbClr val="DDD4C4"/>
            </a:solidFill>
            <a:prstDash val="solid"/>
          </a:ln>
        </p:spPr>
        <p:txBody>
          <a:bodyPr/>
          <a:lstStyle/>
          <a:p>
            <a:endParaRPr lang="en-US"/>
          </a:p>
        </p:txBody>
      </p:sp>
      <p:sp>
        <p:nvSpPr>
          <p:cNvPr id="7" name="Text 5"/>
          <p:cNvSpPr/>
          <p:nvPr/>
        </p:nvSpPr>
        <p:spPr>
          <a:xfrm>
            <a:off x="685800" y="1938528"/>
            <a:ext cx="3454298" cy="274320"/>
          </a:xfrm>
          <a:prstGeom prst="rect">
            <a:avLst/>
          </a:prstGeom>
          <a:noFill/>
          <a:ln/>
        </p:spPr>
        <p:txBody>
          <a:bodyPr wrap="square" lIns="0" tIns="0" rIns="0" bIns="0" rtlCol="0" anchor="ctr"/>
          <a:lstStyle/>
          <a:p>
            <a:pPr marL="0" indent="0">
              <a:buNone/>
            </a:pPr>
            <a:r>
              <a:rPr lang="en-US" sz="1400" b="1" dirty="0">
                <a:solidFill>
                  <a:srgbClr val="8F4519"/>
                </a:solidFill>
                <a:latin typeface="Calibri" pitchFamily="34" charset="0"/>
                <a:ea typeface="Calibri" pitchFamily="34" charset="-122"/>
                <a:cs typeface="Calibri" pitchFamily="34" charset="-120"/>
              </a:rPr>
              <a:t>John 1:41</a:t>
            </a:r>
            <a:endParaRPr lang="en-US" sz="1400" dirty="0"/>
          </a:p>
        </p:txBody>
      </p:sp>
      <p:sp>
        <p:nvSpPr>
          <p:cNvPr id="8" name="Text 6"/>
          <p:cNvSpPr/>
          <p:nvPr/>
        </p:nvSpPr>
        <p:spPr>
          <a:xfrm>
            <a:off x="685800" y="2267712"/>
            <a:ext cx="3454298" cy="822960"/>
          </a:xfrm>
          <a:prstGeom prst="rect">
            <a:avLst/>
          </a:prstGeom>
          <a:noFill/>
          <a:ln/>
        </p:spPr>
        <p:txBody>
          <a:bodyPr wrap="square" lIns="0" tIns="0" rIns="0" bIns="0" rtlCol="0" anchor="t"/>
          <a:lstStyle/>
          <a:p>
            <a:pPr marL="0" indent="0">
              <a:buNone/>
            </a:pPr>
            <a:r>
              <a:rPr lang="en-US" sz="1600" dirty="0">
                <a:solidFill>
                  <a:srgbClr val="22201C"/>
                </a:solidFill>
                <a:latin typeface="Calibri" pitchFamily="34" charset="0"/>
                <a:ea typeface="Calibri" pitchFamily="34" charset="-122"/>
                <a:cs typeface="Calibri" pitchFamily="34" charset="-120"/>
              </a:rPr>
              <a:t>Andrew first found his own brother Simon and brought him to Jesus.</a:t>
            </a:r>
            <a:endParaRPr lang="en-US" sz="1600" dirty="0"/>
          </a:p>
        </p:txBody>
      </p:sp>
      <p:sp>
        <p:nvSpPr>
          <p:cNvPr id="9" name="Shape 7"/>
          <p:cNvSpPr/>
          <p:nvPr/>
        </p:nvSpPr>
        <p:spPr>
          <a:xfrm>
            <a:off x="4368698" y="1737360"/>
            <a:ext cx="3454298" cy="0"/>
          </a:xfrm>
          <a:prstGeom prst="line">
            <a:avLst/>
          </a:prstGeom>
          <a:noFill/>
          <a:ln w="12700">
            <a:solidFill>
              <a:srgbClr val="DDD4C4"/>
            </a:solidFill>
            <a:prstDash val="solid"/>
          </a:ln>
        </p:spPr>
        <p:txBody>
          <a:bodyPr/>
          <a:lstStyle/>
          <a:p>
            <a:endParaRPr lang="en-US"/>
          </a:p>
        </p:txBody>
      </p:sp>
      <p:sp>
        <p:nvSpPr>
          <p:cNvPr id="10" name="Text 8"/>
          <p:cNvSpPr/>
          <p:nvPr/>
        </p:nvSpPr>
        <p:spPr>
          <a:xfrm>
            <a:off x="4368698" y="1938528"/>
            <a:ext cx="3454298" cy="274320"/>
          </a:xfrm>
          <a:prstGeom prst="rect">
            <a:avLst/>
          </a:prstGeom>
          <a:noFill/>
          <a:ln/>
        </p:spPr>
        <p:txBody>
          <a:bodyPr wrap="square" lIns="0" tIns="0" rIns="0" bIns="0" rtlCol="0" anchor="ctr"/>
          <a:lstStyle/>
          <a:p>
            <a:pPr marL="0" indent="0">
              <a:buNone/>
            </a:pPr>
            <a:r>
              <a:rPr lang="en-US" sz="1400" b="1" dirty="0">
                <a:solidFill>
                  <a:srgbClr val="8F4519"/>
                </a:solidFill>
                <a:latin typeface="Calibri" pitchFamily="34" charset="0"/>
                <a:ea typeface="Calibri" pitchFamily="34" charset="-122"/>
                <a:cs typeface="Calibri" pitchFamily="34" charset="-120"/>
              </a:rPr>
              <a:t>Acts 8:4</a:t>
            </a:r>
            <a:endParaRPr lang="en-US" sz="1400" dirty="0"/>
          </a:p>
        </p:txBody>
      </p:sp>
      <p:sp>
        <p:nvSpPr>
          <p:cNvPr id="11" name="Text 9"/>
          <p:cNvSpPr/>
          <p:nvPr/>
        </p:nvSpPr>
        <p:spPr>
          <a:xfrm>
            <a:off x="4368698" y="2267712"/>
            <a:ext cx="3454298" cy="822960"/>
          </a:xfrm>
          <a:prstGeom prst="rect">
            <a:avLst/>
          </a:prstGeom>
          <a:noFill/>
          <a:ln/>
        </p:spPr>
        <p:txBody>
          <a:bodyPr wrap="square" lIns="0" tIns="0" rIns="0" bIns="0" rtlCol="0" anchor="t"/>
          <a:lstStyle/>
          <a:p>
            <a:pPr marL="0" indent="0">
              <a:buNone/>
            </a:pPr>
            <a:r>
              <a:rPr lang="en-US" sz="1600" dirty="0">
                <a:solidFill>
                  <a:srgbClr val="22201C"/>
                </a:solidFill>
                <a:latin typeface="Calibri" pitchFamily="34" charset="0"/>
                <a:ea typeface="Calibri" pitchFamily="34" charset="-122"/>
                <a:cs typeface="Calibri" pitchFamily="34" charset="-120"/>
              </a:rPr>
              <a:t>Ordinary Christians went everywhere preaching the Word.</a:t>
            </a:r>
            <a:endParaRPr lang="en-US" sz="1600" dirty="0"/>
          </a:p>
        </p:txBody>
      </p:sp>
      <p:sp>
        <p:nvSpPr>
          <p:cNvPr id="12" name="Shape 10"/>
          <p:cNvSpPr/>
          <p:nvPr/>
        </p:nvSpPr>
        <p:spPr>
          <a:xfrm>
            <a:off x="8051597" y="1737360"/>
            <a:ext cx="3454298" cy="0"/>
          </a:xfrm>
          <a:prstGeom prst="line">
            <a:avLst/>
          </a:prstGeom>
          <a:noFill/>
          <a:ln w="12700">
            <a:solidFill>
              <a:srgbClr val="DDD4C4"/>
            </a:solidFill>
            <a:prstDash val="solid"/>
          </a:ln>
        </p:spPr>
        <p:txBody>
          <a:bodyPr/>
          <a:lstStyle/>
          <a:p>
            <a:endParaRPr lang="en-US"/>
          </a:p>
        </p:txBody>
      </p:sp>
      <p:sp>
        <p:nvSpPr>
          <p:cNvPr id="13" name="Text 11"/>
          <p:cNvSpPr/>
          <p:nvPr/>
        </p:nvSpPr>
        <p:spPr>
          <a:xfrm>
            <a:off x="8051597" y="1938528"/>
            <a:ext cx="3454298" cy="274320"/>
          </a:xfrm>
          <a:prstGeom prst="rect">
            <a:avLst/>
          </a:prstGeom>
          <a:noFill/>
          <a:ln/>
        </p:spPr>
        <p:txBody>
          <a:bodyPr wrap="square" lIns="0" tIns="0" rIns="0" bIns="0" rtlCol="0" anchor="ctr"/>
          <a:lstStyle/>
          <a:p>
            <a:pPr marL="0" indent="0">
              <a:buNone/>
            </a:pPr>
            <a:r>
              <a:rPr lang="en-US" sz="1400" b="1" dirty="0">
                <a:solidFill>
                  <a:srgbClr val="8F4519"/>
                </a:solidFill>
                <a:latin typeface="Calibri" pitchFamily="34" charset="0"/>
                <a:ea typeface="Calibri" pitchFamily="34" charset="-122"/>
                <a:cs typeface="Calibri" pitchFamily="34" charset="-120"/>
              </a:rPr>
              <a:t>Matthew 28:19–20</a:t>
            </a:r>
            <a:endParaRPr lang="en-US" sz="1400" dirty="0"/>
          </a:p>
        </p:txBody>
      </p:sp>
      <p:sp>
        <p:nvSpPr>
          <p:cNvPr id="14" name="Text 12"/>
          <p:cNvSpPr/>
          <p:nvPr/>
        </p:nvSpPr>
        <p:spPr>
          <a:xfrm>
            <a:off x="8051597" y="2267712"/>
            <a:ext cx="3454298" cy="822960"/>
          </a:xfrm>
          <a:prstGeom prst="rect">
            <a:avLst/>
          </a:prstGeom>
          <a:noFill/>
          <a:ln/>
        </p:spPr>
        <p:txBody>
          <a:bodyPr wrap="square" lIns="0" tIns="0" rIns="0" bIns="0" rtlCol="0" anchor="t"/>
          <a:lstStyle/>
          <a:p>
            <a:pPr marL="0" indent="0">
              <a:buNone/>
            </a:pPr>
            <a:r>
              <a:rPr lang="en-US" sz="1600" dirty="0">
                <a:solidFill>
                  <a:srgbClr val="22201C"/>
                </a:solidFill>
                <a:latin typeface="Calibri" pitchFamily="34" charset="0"/>
                <a:ea typeface="Calibri" pitchFamily="34" charset="-122"/>
                <a:cs typeface="Calibri" pitchFamily="34" charset="-120"/>
              </a:rPr>
              <a:t>Go, teach, baptize, and teach them to observe all He commanded.</a:t>
            </a:r>
            <a:endParaRPr lang="en-US" sz="1600" dirty="0"/>
          </a:p>
        </p:txBody>
      </p:sp>
      <p:sp>
        <p:nvSpPr>
          <p:cNvPr id="15" name="Shape 13"/>
          <p:cNvSpPr/>
          <p:nvPr/>
        </p:nvSpPr>
        <p:spPr>
          <a:xfrm>
            <a:off x="685800" y="3429000"/>
            <a:ext cx="10820095" cy="0"/>
          </a:xfrm>
          <a:prstGeom prst="line">
            <a:avLst/>
          </a:prstGeom>
          <a:noFill/>
          <a:ln w="12700">
            <a:solidFill>
              <a:srgbClr val="8F4519"/>
            </a:solidFill>
            <a:prstDash val="solid"/>
          </a:ln>
        </p:spPr>
        <p:txBody>
          <a:bodyPr/>
          <a:lstStyle/>
          <a:p>
            <a:endParaRPr lang="en-US"/>
          </a:p>
        </p:txBody>
      </p:sp>
      <p:sp>
        <p:nvSpPr>
          <p:cNvPr id="16" name="Text 14"/>
          <p:cNvSpPr/>
          <p:nvPr/>
        </p:nvSpPr>
        <p:spPr>
          <a:xfrm>
            <a:off x="685800" y="3502152"/>
            <a:ext cx="10820095" cy="585216"/>
          </a:xfrm>
          <a:prstGeom prst="rect">
            <a:avLst/>
          </a:prstGeom>
          <a:noFill/>
          <a:ln/>
        </p:spPr>
        <p:txBody>
          <a:bodyPr wrap="square" lIns="0" tIns="0" rIns="0" bIns="0" rtlCol="0" anchor="ctr"/>
          <a:lstStyle/>
          <a:p>
            <a:pPr marL="0" indent="0">
              <a:buNone/>
            </a:pPr>
            <a:r>
              <a:rPr lang="en-US" sz="1200" b="1" kern="0" spc="200" dirty="0">
                <a:solidFill>
                  <a:srgbClr val="8F4519"/>
                </a:solidFill>
                <a:latin typeface="Calibri" pitchFamily="34" charset="0"/>
                <a:ea typeface="Calibri" pitchFamily="34" charset="-122"/>
                <a:cs typeface="Calibri" pitchFamily="34" charset="-120"/>
              </a:rPr>
              <a:t>TODAY   </a:t>
            </a:r>
            <a:r>
              <a:rPr lang="en-US" sz="1500" dirty="0">
                <a:solidFill>
                  <a:srgbClr val="22201C"/>
                </a:solidFill>
                <a:latin typeface="Calibri" pitchFamily="34" charset="0"/>
                <a:ea typeface="Calibri" pitchFamily="34" charset="-122"/>
                <a:cs typeface="Calibri" pitchFamily="34" charset="-120"/>
              </a:rPr>
              <a:t>If you found the cure for a disease killing your family, you would not keep it quiet. The gospel is that cure.</a:t>
            </a:r>
            <a:endParaRPr lang="en-US" sz="1200" dirty="0"/>
          </a:p>
        </p:txBody>
      </p:sp>
      <p:sp>
        <p:nvSpPr>
          <p:cNvPr id="17" name="Shape 15"/>
          <p:cNvSpPr/>
          <p:nvPr/>
        </p:nvSpPr>
        <p:spPr>
          <a:xfrm>
            <a:off x="685800" y="4343400"/>
            <a:ext cx="10820095" cy="0"/>
          </a:xfrm>
          <a:prstGeom prst="line">
            <a:avLst/>
          </a:prstGeom>
          <a:noFill/>
          <a:ln w="28575">
            <a:solidFill>
              <a:srgbClr val="8F4519"/>
            </a:solidFill>
            <a:prstDash val="solid"/>
          </a:ln>
        </p:spPr>
        <p:txBody>
          <a:bodyPr/>
          <a:lstStyle/>
          <a:p>
            <a:endParaRPr lang="en-US"/>
          </a:p>
        </p:txBody>
      </p:sp>
      <p:sp>
        <p:nvSpPr>
          <p:cNvPr id="18" name="Text 16"/>
          <p:cNvSpPr/>
          <p:nvPr/>
        </p:nvSpPr>
        <p:spPr>
          <a:xfrm>
            <a:off x="685800" y="4526280"/>
            <a:ext cx="10820095" cy="411480"/>
          </a:xfrm>
          <a:prstGeom prst="rect">
            <a:avLst/>
          </a:prstGeom>
          <a:noFill/>
          <a:ln/>
        </p:spPr>
        <p:txBody>
          <a:bodyPr wrap="square" lIns="0" tIns="0" rIns="0" bIns="0" rtlCol="0" anchor="ctr"/>
          <a:lstStyle/>
          <a:p>
            <a:pPr marL="0" indent="0">
              <a:buNone/>
            </a:pPr>
            <a:r>
              <a:rPr lang="en-US" sz="2000" b="1" dirty="0">
                <a:solidFill>
                  <a:srgbClr val="22201C"/>
                </a:solidFill>
                <a:latin typeface="Georgia" pitchFamily="34" charset="0"/>
                <a:ea typeface="Georgia" pitchFamily="34" charset="-122"/>
                <a:cs typeface="Georgia" pitchFamily="34" charset="-120"/>
              </a:rPr>
              <a:t>Three people I will invite to study or worship</a:t>
            </a:r>
            <a:endParaRPr lang="en-US" sz="2000" dirty="0"/>
          </a:p>
        </p:txBody>
      </p:sp>
      <p:sp>
        <p:nvSpPr>
          <p:cNvPr id="19" name="Text 17"/>
          <p:cNvSpPr/>
          <p:nvPr/>
        </p:nvSpPr>
        <p:spPr>
          <a:xfrm>
            <a:off x="685800" y="5257800"/>
            <a:ext cx="365760" cy="365760"/>
          </a:xfrm>
          <a:prstGeom prst="rect">
            <a:avLst/>
          </a:prstGeom>
          <a:noFill/>
          <a:ln/>
        </p:spPr>
        <p:txBody>
          <a:bodyPr wrap="square" lIns="0" tIns="0" rIns="0" bIns="0" rtlCol="0" anchor="ctr"/>
          <a:lstStyle/>
          <a:p>
            <a:pPr marL="0" indent="0">
              <a:buNone/>
            </a:pPr>
            <a:r>
              <a:rPr lang="en-US" sz="1800" b="1" dirty="0">
                <a:solidFill>
                  <a:srgbClr val="8F4519"/>
                </a:solidFill>
                <a:latin typeface="Calibri" pitchFamily="34" charset="0"/>
                <a:ea typeface="Calibri" pitchFamily="34" charset="-122"/>
                <a:cs typeface="Calibri" pitchFamily="34" charset="-120"/>
              </a:rPr>
              <a:t>1.</a:t>
            </a:r>
            <a:endParaRPr lang="en-US" sz="1800" dirty="0"/>
          </a:p>
        </p:txBody>
      </p:sp>
      <p:sp>
        <p:nvSpPr>
          <p:cNvPr id="20" name="Shape 18"/>
          <p:cNvSpPr/>
          <p:nvPr/>
        </p:nvSpPr>
        <p:spPr>
          <a:xfrm>
            <a:off x="1051560" y="5623560"/>
            <a:ext cx="3088538" cy="0"/>
          </a:xfrm>
          <a:prstGeom prst="line">
            <a:avLst/>
          </a:prstGeom>
          <a:noFill/>
          <a:ln w="12700">
            <a:solidFill>
              <a:srgbClr val="8F4519"/>
            </a:solidFill>
            <a:prstDash val="solid"/>
          </a:ln>
        </p:spPr>
        <p:txBody>
          <a:bodyPr/>
          <a:lstStyle/>
          <a:p>
            <a:endParaRPr lang="en-US"/>
          </a:p>
        </p:txBody>
      </p:sp>
      <p:sp>
        <p:nvSpPr>
          <p:cNvPr id="21" name="Text 19"/>
          <p:cNvSpPr/>
          <p:nvPr/>
        </p:nvSpPr>
        <p:spPr>
          <a:xfrm>
            <a:off x="4368698" y="5257800"/>
            <a:ext cx="365760" cy="365760"/>
          </a:xfrm>
          <a:prstGeom prst="rect">
            <a:avLst/>
          </a:prstGeom>
          <a:noFill/>
          <a:ln/>
        </p:spPr>
        <p:txBody>
          <a:bodyPr wrap="square" lIns="0" tIns="0" rIns="0" bIns="0" rtlCol="0" anchor="ctr"/>
          <a:lstStyle/>
          <a:p>
            <a:pPr marL="0" indent="0">
              <a:buNone/>
            </a:pPr>
            <a:r>
              <a:rPr lang="en-US" sz="1800" b="1" dirty="0">
                <a:solidFill>
                  <a:srgbClr val="8F4519"/>
                </a:solidFill>
                <a:latin typeface="Calibri" pitchFamily="34" charset="0"/>
                <a:ea typeface="Calibri" pitchFamily="34" charset="-122"/>
                <a:cs typeface="Calibri" pitchFamily="34" charset="-120"/>
              </a:rPr>
              <a:t>2.</a:t>
            </a:r>
            <a:endParaRPr lang="en-US" sz="1800" dirty="0"/>
          </a:p>
        </p:txBody>
      </p:sp>
      <p:sp>
        <p:nvSpPr>
          <p:cNvPr id="22" name="Shape 20"/>
          <p:cNvSpPr/>
          <p:nvPr/>
        </p:nvSpPr>
        <p:spPr>
          <a:xfrm>
            <a:off x="4734458" y="5623560"/>
            <a:ext cx="3088538" cy="0"/>
          </a:xfrm>
          <a:prstGeom prst="line">
            <a:avLst/>
          </a:prstGeom>
          <a:noFill/>
          <a:ln w="12700">
            <a:solidFill>
              <a:srgbClr val="8F4519"/>
            </a:solidFill>
            <a:prstDash val="solid"/>
          </a:ln>
        </p:spPr>
        <p:txBody>
          <a:bodyPr/>
          <a:lstStyle/>
          <a:p>
            <a:endParaRPr lang="en-US"/>
          </a:p>
        </p:txBody>
      </p:sp>
      <p:sp>
        <p:nvSpPr>
          <p:cNvPr id="23" name="Text 21"/>
          <p:cNvSpPr/>
          <p:nvPr/>
        </p:nvSpPr>
        <p:spPr>
          <a:xfrm>
            <a:off x="8051597" y="5257800"/>
            <a:ext cx="365760" cy="365760"/>
          </a:xfrm>
          <a:prstGeom prst="rect">
            <a:avLst/>
          </a:prstGeom>
          <a:noFill/>
          <a:ln/>
        </p:spPr>
        <p:txBody>
          <a:bodyPr wrap="square" lIns="0" tIns="0" rIns="0" bIns="0" rtlCol="0" anchor="ctr"/>
          <a:lstStyle/>
          <a:p>
            <a:pPr marL="0" indent="0">
              <a:buNone/>
            </a:pPr>
            <a:r>
              <a:rPr lang="en-US" sz="1800" b="1" dirty="0">
                <a:solidFill>
                  <a:srgbClr val="8F4519"/>
                </a:solidFill>
                <a:latin typeface="Calibri" pitchFamily="34" charset="0"/>
                <a:ea typeface="Calibri" pitchFamily="34" charset="-122"/>
                <a:cs typeface="Calibri" pitchFamily="34" charset="-120"/>
              </a:rPr>
              <a:t>3.</a:t>
            </a:r>
            <a:endParaRPr lang="en-US" sz="1800" dirty="0"/>
          </a:p>
        </p:txBody>
      </p:sp>
      <p:sp>
        <p:nvSpPr>
          <p:cNvPr id="24" name="Shape 22"/>
          <p:cNvSpPr/>
          <p:nvPr/>
        </p:nvSpPr>
        <p:spPr>
          <a:xfrm>
            <a:off x="8417357" y="5623560"/>
            <a:ext cx="3088538" cy="0"/>
          </a:xfrm>
          <a:prstGeom prst="line">
            <a:avLst/>
          </a:prstGeom>
          <a:noFill/>
          <a:ln w="12700">
            <a:solidFill>
              <a:srgbClr val="8F4519"/>
            </a:solidFill>
            <a:prstDash val="solid"/>
          </a:ln>
        </p:spPr>
        <p:txBody>
          <a:bodyPr/>
          <a:lstStyle/>
          <a:p>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6F2EA"/>
        </a:solidFill>
        <a:effectLst/>
      </p:bgPr>
    </p:bg>
    <p:spTree>
      <p:nvGrpSpPr>
        <p:cNvPr id="1" name=""/>
        <p:cNvGrpSpPr/>
        <p:nvPr/>
      </p:nvGrpSpPr>
      <p:grpSpPr>
        <a:xfrm>
          <a:off x="0" y="0"/>
          <a:ext cx="0" cy="0"/>
          <a:chOff x="0" y="0"/>
          <a:chExt cx="0" cy="0"/>
        </a:xfrm>
      </p:grpSpPr>
      <p:sp>
        <p:nvSpPr>
          <p:cNvPr id="2" name="Text 0"/>
          <p:cNvSpPr/>
          <p:nvPr/>
        </p:nvSpPr>
        <p:spPr>
          <a:xfrm>
            <a:off x="685800" y="502920"/>
            <a:ext cx="10820095" cy="274320"/>
          </a:xfrm>
          <a:prstGeom prst="rect">
            <a:avLst/>
          </a:prstGeom>
          <a:noFill/>
          <a:ln/>
        </p:spPr>
        <p:txBody>
          <a:bodyPr wrap="square" lIns="0" tIns="0" rIns="0" bIns="0" rtlCol="0" anchor="ctr"/>
          <a:lstStyle/>
          <a:p>
            <a:pPr marL="0" indent="0">
              <a:buNone/>
            </a:pPr>
            <a:r>
              <a:rPr lang="en-US" sz="1200" b="1" kern="0" spc="300" dirty="0">
                <a:solidFill>
                  <a:srgbClr val="8F4519"/>
                </a:solidFill>
                <a:latin typeface="Calibri" pitchFamily="34" charset="0"/>
                <a:ea typeface="Calibri" pitchFamily="34" charset="-122"/>
                <a:cs typeface="Calibri" pitchFamily="34" charset="-120"/>
              </a:rPr>
              <a:t>END OF LESSON 3 · CHECK YOURSELF</a:t>
            </a:r>
            <a:endParaRPr lang="en-US" sz="1200" dirty="0"/>
          </a:p>
        </p:txBody>
      </p:sp>
      <p:sp>
        <p:nvSpPr>
          <p:cNvPr id="3" name="Text 1"/>
          <p:cNvSpPr/>
          <p:nvPr/>
        </p:nvSpPr>
        <p:spPr>
          <a:xfrm>
            <a:off x="685800" y="822960"/>
            <a:ext cx="10820095" cy="777240"/>
          </a:xfrm>
          <a:prstGeom prst="rect">
            <a:avLst/>
          </a:prstGeom>
          <a:noFill/>
          <a:ln/>
        </p:spPr>
        <p:txBody>
          <a:bodyPr wrap="square" lIns="0" tIns="0" rIns="0" bIns="0" rtlCol="0" anchor="t"/>
          <a:lstStyle/>
          <a:p>
            <a:pPr marL="0" indent="0">
              <a:buNone/>
            </a:pPr>
            <a:r>
              <a:rPr lang="en-US" sz="3400" b="1" dirty="0">
                <a:solidFill>
                  <a:srgbClr val="22201C"/>
                </a:solidFill>
                <a:latin typeface="Georgia" pitchFamily="34" charset="0"/>
                <a:ea typeface="Georgia" pitchFamily="34" charset="-122"/>
                <a:cs typeface="Georgia" pitchFamily="34" charset="-120"/>
              </a:rPr>
              <a:t>Answer from your Bible</a:t>
            </a:r>
            <a:endParaRPr lang="en-US" sz="3400" dirty="0"/>
          </a:p>
        </p:txBody>
      </p:sp>
      <p:sp>
        <p:nvSpPr>
          <p:cNvPr id="4" name="Text 2"/>
          <p:cNvSpPr/>
          <p:nvPr/>
        </p:nvSpPr>
        <p:spPr>
          <a:xfrm>
            <a:off x="685800" y="6400800"/>
            <a:ext cx="5486400" cy="274320"/>
          </a:xfrm>
          <a:prstGeom prst="rect">
            <a:avLst/>
          </a:prstGeom>
          <a:noFill/>
          <a:ln/>
        </p:spPr>
        <p:txBody>
          <a:bodyPr wrap="square" lIns="0" tIns="0" rIns="0" bIns="0" rtlCol="0" anchor="ctr"/>
          <a:lstStyle/>
          <a:p>
            <a:pPr marL="0" indent="0">
              <a:buNone/>
            </a:pPr>
            <a:r>
              <a:rPr lang="en-US" sz="1000" dirty="0">
                <a:solidFill>
                  <a:srgbClr val="5C574F"/>
                </a:solidFill>
                <a:latin typeface="Calibri" pitchFamily="34" charset="0"/>
                <a:ea typeface="Calibri" pitchFamily="34" charset="-122"/>
                <a:cs typeface="Calibri" pitchFamily="34" charset="-120"/>
              </a:rPr>
              <a:t>Welcome to the Family of God</a:t>
            </a:r>
            <a:endParaRPr lang="en-US" sz="1000" dirty="0"/>
          </a:p>
        </p:txBody>
      </p:sp>
      <p:sp>
        <p:nvSpPr>
          <p:cNvPr id="5" name="Text 3"/>
          <p:cNvSpPr/>
          <p:nvPr/>
        </p:nvSpPr>
        <p:spPr>
          <a:xfrm>
            <a:off x="10591495" y="6400800"/>
            <a:ext cx="914400" cy="274320"/>
          </a:xfrm>
          <a:prstGeom prst="rect">
            <a:avLst/>
          </a:prstGeom>
          <a:noFill/>
          <a:ln/>
        </p:spPr>
        <p:txBody>
          <a:bodyPr wrap="square" lIns="0" tIns="0" rIns="0" bIns="0" rtlCol="0" anchor="ctr"/>
          <a:lstStyle/>
          <a:p>
            <a:pPr marL="0" indent="0" algn="r">
              <a:buNone/>
            </a:pPr>
            <a:r>
              <a:rPr lang="en-US" sz="1000" dirty="0">
                <a:solidFill>
                  <a:srgbClr val="5C574F"/>
                </a:solidFill>
                <a:latin typeface="Calibri" pitchFamily="34" charset="0"/>
                <a:ea typeface="Calibri" pitchFamily="34" charset="-122"/>
                <a:cs typeface="Calibri" pitchFamily="34" charset="-120"/>
              </a:rPr>
              <a:t>35</a:t>
            </a:r>
            <a:endParaRPr lang="en-US" sz="1000" dirty="0"/>
          </a:p>
        </p:txBody>
      </p:sp>
      <p:sp>
        <p:nvSpPr>
          <p:cNvPr id="6" name="Shape 4"/>
          <p:cNvSpPr/>
          <p:nvPr/>
        </p:nvSpPr>
        <p:spPr>
          <a:xfrm>
            <a:off x="685800" y="1783080"/>
            <a:ext cx="5272888" cy="0"/>
          </a:xfrm>
          <a:prstGeom prst="line">
            <a:avLst/>
          </a:prstGeom>
          <a:noFill/>
          <a:ln w="12700">
            <a:solidFill>
              <a:srgbClr val="DDD4C4"/>
            </a:solidFill>
            <a:prstDash val="solid"/>
          </a:ln>
        </p:spPr>
        <p:txBody>
          <a:bodyPr/>
          <a:lstStyle/>
          <a:p>
            <a:endParaRPr lang="en-US"/>
          </a:p>
        </p:txBody>
      </p:sp>
      <p:sp>
        <p:nvSpPr>
          <p:cNvPr id="7" name="Text 5"/>
          <p:cNvSpPr/>
          <p:nvPr/>
        </p:nvSpPr>
        <p:spPr>
          <a:xfrm>
            <a:off x="685800" y="1965960"/>
            <a:ext cx="457200" cy="502920"/>
          </a:xfrm>
          <a:prstGeom prst="rect">
            <a:avLst/>
          </a:prstGeom>
          <a:noFill/>
          <a:ln/>
        </p:spPr>
        <p:txBody>
          <a:bodyPr wrap="square" lIns="0" tIns="0" rIns="0" bIns="0" rtlCol="0" anchor="t"/>
          <a:lstStyle/>
          <a:p>
            <a:pPr marL="0" indent="0">
              <a:buNone/>
            </a:pPr>
            <a:r>
              <a:rPr lang="en-US" sz="2800" b="1" dirty="0">
                <a:solidFill>
                  <a:srgbClr val="8F4519"/>
                </a:solidFill>
                <a:latin typeface="Georgia" pitchFamily="34" charset="0"/>
                <a:ea typeface="Georgia" pitchFamily="34" charset="-122"/>
                <a:cs typeface="Georgia" pitchFamily="34" charset="-120"/>
              </a:rPr>
              <a:t>1</a:t>
            </a:r>
            <a:endParaRPr lang="en-US" sz="2800" dirty="0"/>
          </a:p>
        </p:txBody>
      </p:sp>
      <p:sp>
        <p:nvSpPr>
          <p:cNvPr id="8" name="Text 6"/>
          <p:cNvSpPr/>
          <p:nvPr/>
        </p:nvSpPr>
        <p:spPr>
          <a:xfrm>
            <a:off x="1234440" y="2002536"/>
            <a:ext cx="4724248" cy="594360"/>
          </a:xfrm>
          <a:prstGeom prst="rect">
            <a:avLst/>
          </a:prstGeom>
          <a:noFill/>
          <a:ln/>
        </p:spPr>
        <p:txBody>
          <a:bodyPr wrap="square" lIns="0" tIns="0" rIns="0" bIns="0" rtlCol="0" anchor="t"/>
          <a:lstStyle/>
          <a:p>
            <a:pPr marL="0" indent="0">
              <a:buNone/>
            </a:pPr>
            <a:r>
              <a:rPr lang="en-US" sz="1700" b="1" dirty="0">
                <a:solidFill>
                  <a:srgbClr val="22201C"/>
                </a:solidFill>
                <a:latin typeface="Calibri" pitchFamily="34" charset="0"/>
                <a:ea typeface="Calibri" pitchFamily="34" charset="-122"/>
                <a:cs typeface="Calibri" pitchFamily="34" charset="-120"/>
              </a:rPr>
              <a:t>What one thing must you put off this week?</a:t>
            </a:r>
            <a:endParaRPr lang="en-US" sz="1700" dirty="0"/>
          </a:p>
        </p:txBody>
      </p:sp>
      <p:sp>
        <p:nvSpPr>
          <p:cNvPr id="9" name="Text 7"/>
          <p:cNvSpPr/>
          <p:nvPr/>
        </p:nvSpPr>
        <p:spPr>
          <a:xfrm>
            <a:off x="1234440" y="2624328"/>
            <a:ext cx="4724248" cy="274320"/>
          </a:xfrm>
          <a:prstGeom prst="rect">
            <a:avLst/>
          </a:prstGeom>
          <a:noFill/>
          <a:ln/>
        </p:spPr>
        <p:txBody>
          <a:bodyPr wrap="square" lIns="0" tIns="0" rIns="0" bIns="0" rtlCol="0" anchor="ctr"/>
          <a:lstStyle/>
          <a:p>
            <a:pPr marL="0" indent="0">
              <a:buNone/>
            </a:pPr>
            <a:r>
              <a:rPr lang="en-US" sz="1400" b="1" dirty="0">
                <a:solidFill>
                  <a:srgbClr val="8F4519"/>
                </a:solidFill>
                <a:latin typeface="Calibri" pitchFamily="34" charset="0"/>
                <a:ea typeface="Calibri" pitchFamily="34" charset="-122"/>
                <a:cs typeface="Calibri" pitchFamily="34" charset="-120"/>
              </a:rPr>
              <a:t>Read: Colossians 3:5–9</a:t>
            </a:r>
            <a:endParaRPr lang="en-US" sz="1400" dirty="0"/>
          </a:p>
        </p:txBody>
      </p:sp>
      <p:sp>
        <p:nvSpPr>
          <p:cNvPr id="10" name="Shape 8"/>
          <p:cNvSpPr/>
          <p:nvPr/>
        </p:nvSpPr>
        <p:spPr>
          <a:xfrm>
            <a:off x="1234440" y="3200400"/>
            <a:ext cx="4724248" cy="0"/>
          </a:xfrm>
          <a:prstGeom prst="line">
            <a:avLst/>
          </a:prstGeom>
          <a:noFill/>
          <a:ln w="12700">
            <a:solidFill>
              <a:srgbClr val="DDD4C4"/>
            </a:solidFill>
            <a:prstDash val="dash"/>
          </a:ln>
        </p:spPr>
        <p:txBody>
          <a:bodyPr/>
          <a:lstStyle/>
          <a:p>
            <a:endParaRPr lang="en-US"/>
          </a:p>
        </p:txBody>
      </p:sp>
      <p:sp>
        <p:nvSpPr>
          <p:cNvPr id="11" name="Shape 9"/>
          <p:cNvSpPr/>
          <p:nvPr/>
        </p:nvSpPr>
        <p:spPr>
          <a:xfrm>
            <a:off x="6233008" y="1783080"/>
            <a:ext cx="5272888" cy="0"/>
          </a:xfrm>
          <a:prstGeom prst="line">
            <a:avLst/>
          </a:prstGeom>
          <a:noFill/>
          <a:ln w="12700">
            <a:solidFill>
              <a:srgbClr val="DDD4C4"/>
            </a:solidFill>
            <a:prstDash val="solid"/>
          </a:ln>
        </p:spPr>
        <p:txBody>
          <a:bodyPr/>
          <a:lstStyle/>
          <a:p>
            <a:endParaRPr lang="en-US"/>
          </a:p>
        </p:txBody>
      </p:sp>
      <p:sp>
        <p:nvSpPr>
          <p:cNvPr id="12" name="Text 10"/>
          <p:cNvSpPr/>
          <p:nvPr/>
        </p:nvSpPr>
        <p:spPr>
          <a:xfrm>
            <a:off x="6233008" y="1965960"/>
            <a:ext cx="457200" cy="502920"/>
          </a:xfrm>
          <a:prstGeom prst="rect">
            <a:avLst/>
          </a:prstGeom>
          <a:noFill/>
          <a:ln/>
        </p:spPr>
        <p:txBody>
          <a:bodyPr wrap="square" lIns="0" tIns="0" rIns="0" bIns="0" rtlCol="0" anchor="t"/>
          <a:lstStyle/>
          <a:p>
            <a:pPr marL="0" indent="0">
              <a:buNone/>
            </a:pPr>
            <a:r>
              <a:rPr lang="en-US" sz="2800" b="1" dirty="0">
                <a:solidFill>
                  <a:srgbClr val="8F4519"/>
                </a:solidFill>
                <a:latin typeface="Georgia" pitchFamily="34" charset="0"/>
                <a:ea typeface="Georgia" pitchFamily="34" charset="-122"/>
                <a:cs typeface="Georgia" pitchFamily="34" charset="-120"/>
              </a:rPr>
              <a:t>2</a:t>
            </a:r>
            <a:endParaRPr lang="en-US" sz="2800" dirty="0"/>
          </a:p>
        </p:txBody>
      </p:sp>
      <p:sp>
        <p:nvSpPr>
          <p:cNvPr id="13" name="Text 11"/>
          <p:cNvSpPr/>
          <p:nvPr/>
        </p:nvSpPr>
        <p:spPr>
          <a:xfrm>
            <a:off x="6781648" y="2002536"/>
            <a:ext cx="4724248" cy="594360"/>
          </a:xfrm>
          <a:prstGeom prst="rect">
            <a:avLst/>
          </a:prstGeom>
          <a:noFill/>
          <a:ln/>
        </p:spPr>
        <p:txBody>
          <a:bodyPr wrap="square" lIns="0" tIns="0" rIns="0" bIns="0" rtlCol="0" anchor="t"/>
          <a:lstStyle/>
          <a:p>
            <a:pPr marL="0" indent="0">
              <a:buNone/>
            </a:pPr>
            <a:r>
              <a:rPr lang="en-US" sz="1700" b="1" dirty="0">
                <a:solidFill>
                  <a:srgbClr val="22201C"/>
                </a:solidFill>
                <a:latin typeface="Calibri" pitchFamily="34" charset="0"/>
                <a:ea typeface="Calibri" pitchFamily="34" charset="-122"/>
                <a:cs typeface="Calibri" pitchFamily="34" charset="-120"/>
              </a:rPr>
              <a:t>What should a Christian do when he sins?</a:t>
            </a:r>
            <a:endParaRPr lang="en-US" sz="1700" dirty="0"/>
          </a:p>
        </p:txBody>
      </p:sp>
      <p:sp>
        <p:nvSpPr>
          <p:cNvPr id="14" name="Text 12"/>
          <p:cNvSpPr/>
          <p:nvPr/>
        </p:nvSpPr>
        <p:spPr>
          <a:xfrm>
            <a:off x="6781648" y="2624328"/>
            <a:ext cx="4724248" cy="274320"/>
          </a:xfrm>
          <a:prstGeom prst="rect">
            <a:avLst/>
          </a:prstGeom>
          <a:noFill/>
          <a:ln/>
        </p:spPr>
        <p:txBody>
          <a:bodyPr wrap="square" lIns="0" tIns="0" rIns="0" bIns="0" rtlCol="0" anchor="ctr"/>
          <a:lstStyle/>
          <a:p>
            <a:pPr marL="0" indent="0">
              <a:buNone/>
            </a:pPr>
            <a:r>
              <a:rPr lang="en-US" sz="1400" b="1" dirty="0">
                <a:solidFill>
                  <a:srgbClr val="8F4519"/>
                </a:solidFill>
                <a:latin typeface="Calibri" pitchFamily="34" charset="0"/>
                <a:ea typeface="Calibri" pitchFamily="34" charset="-122"/>
                <a:cs typeface="Calibri" pitchFamily="34" charset="-120"/>
              </a:rPr>
              <a:t>Read: 1 John 1:7–9</a:t>
            </a:r>
            <a:endParaRPr lang="en-US" sz="1400" dirty="0"/>
          </a:p>
        </p:txBody>
      </p:sp>
      <p:sp>
        <p:nvSpPr>
          <p:cNvPr id="15" name="Shape 13"/>
          <p:cNvSpPr/>
          <p:nvPr/>
        </p:nvSpPr>
        <p:spPr>
          <a:xfrm>
            <a:off x="6781648" y="3200400"/>
            <a:ext cx="4724248" cy="0"/>
          </a:xfrm>
          <a:prstGeom prst="line">
            <a:avLst/>
          </a:prstGeom>
          <a:noFill/>
          <a:ln w="12700">
            <a:solidFill>
              <a:srgbClr val="DDD4C4"/>
            </a:solidFill>
            <a:prstDash val="dash"/>
          </a:ln>
        </p:spPr>
        <p:txBody>
          <a:bodyPr/>
          <a:lstStyle/>
          <a:p>
            <a:endParaRPr lang="en-US"/>
          </a:p>
        </p:txBody>
      </p:sp>
      <p:sp>
        <p:nvSpPr>
          <p:cNvPr id="16" name="Shape 14"/>
          <p:cNvSpPr/>
          <p:nvPr/>
        </p:nvSpPr>
        <p:spPr>
          <a:xfrm>
            <a:off x="685800" y="3703320"/>
            <a:ext cx="5272888" cy="0"/>
          </a:xfrm>
          <a:prstGeom prst="line">
            <a:avLst/>
          </a:prstGeom>
          <a:noFill/>
          <a:ln w="12700">
            <a:solidFill>
              <a:srgbClr val="DDD4C4"/>
            </a:solidFill>
            <a:prstDash val="solid"/>
          </a:ln>
        </p:spPr>
        <p:txBody>
          <a:bodyPr/>
          <a:lstStyle/>
          <a:p>
            <a:endParaRPr lang="en-US"/>
          </a:p>
        </p:txBody>
      </p:sp>
      <p:sp>
        <p:nvSpPr>
          <p:cNvPr id="17" name="Text 15"/>
          <p:cNvSpPr/>
          <p:nvPr/>
        </p:nvSpPr>
        <p:spPr>
          <a:xfrm>
            <a:off x="685800" y="3886200"/>
            <a:ext cx="457200" cy="502920"/>
          </a:xfrm>
          <a:prstGeom prst="rect">
            <a:avLst/>
          </a:prstGeom>
          <a:noFill/>
          <a:ln/>
        </p:spPr>
        <p:txBody>
          <a:bodyPr wrap="square" lIns="0" tIns="0" rIns="0" bIns="0" rtlCol="0" anchor="t"/>
          <a:lstStyle/>
          <a:p>
            <a:pPr marL="0" indent="0">
              <a:buNone/>
            </a:pPr>
            <a:r>
              <a:rPr lang="en-US" sz="2800" b="1" dirty="0">
                <a:solidFill>
                  <a:srgbClr val="8F4519"/>
                </a:solidFill>
                <a:latin typeface="Georgia" pitchFamily="34" charset="0"/>
                <a:ea typeface="Georgia" pitchFamily="34" charset="-122"/>
                <a:cs typeface="Georgia" pitchFamily="34" charset="-120"/>
              </a:rPr>
              <a:t>3</a:t>
            </a:r>
            <a:endParaRPr lang="en-US" sz="2800" dirty="0"/>
          </a:p>
        </p:txBody>
      </p:sp>
      <p:sp>
        <p:nvSpPr>
          <p:cNvPr id="18" name="Text 16"/>
          <p:cNvSpPr/>
          <p:nvPr/>
        </p:nvSpPr>
        <p:spPr>
          <a:xfrm>
            <a:off x="1234440" y="3922776"/>
            <a:ext cx="4724248" cy="594360"/>
          </a:xfrm>
          <a:prstGeom prst="rect">
            <a:avLst/>
          </a:prstGeom>
          <a:noFill/>
          <a:ln/>
        </p:spPr>
        <p:txBody>
          <a:bodyPr wrap="square" lIns="0" tIns="0" rIns="0" bIns="0" rtlCol="0" anchor="t"/>
          <a:lstStyle/>
          <a:p>
            <a:pPr marL="0" indent="0">
              <a:buNone/>
            </a:pPr>
            <a:r>
              <a:rPr lang="en-US" sz="1700" b="1" dirty="0">
                <a:solidFill>
                  <a:srgbClr val="22201C"/>
                </a:solidFill>
                <a:latin typeface="Calibri" pitchFamily="34" charset="0"/>
                <a:ea typeface="Calibri" pitchFamily="34" charset="-122"/>
                <a:cs typeface="Calibri" pitchFamily="34" charset="-120"/>
              </a:rPr>
              <a:t>How should you answer someone who objects?</a:t>
            </a:r>
            <a:endParaRPr lang="en-US" sz="1700" dirty="0"/>
          </a:p>
        </p:txBody>
      </p:sp>
      <p:sp>
        <p:nvSpPr>
          <p:cNvPr id="19" name="Text 17"/>
          <p:cNvSpPr/>
          <p:nvPr/>
        </p:nvSpPr>
        <p:spPr>
          <a:xfrm>
            <a:off x="1234440" y="4544568"/>
            <a:ext cx="4724248" cy="274320"/>
          </a:xfrm>
          <a:prstGeom prst="rect">
            <a:avLst/>
          </a:prstGeom>
          <a:noFill/>
          <a:ln/>
        </p:spPr>
        <p:txBody>
          <a:bodyPr wrap="square" lIns="0" tIns="0" rIns="0" bIns="0" rtlCol="0" anchor="ctr"/>
          <a:lstStyle/>
          <a:p>
            <a:pPr marL="0" indent="0">
              <a:buNone/>
            </a:pPr>
            <a:r>
              <a:rPr lang="en-US" sz="1400" b="1" dirty="0">
                <a:solidFill>
                  <a:srgbClr val="8F4519"/>
                </a:solidFill>
                <a:latin typeface="Calibri" pitchFamily="34" charset="0"/>
                <a:ea typeface="Calibri" pitchFamily="34" charset="-122"/>
                <a:cs typeface="Calibri" pitchFamily="34" charset="-120"/>
              </a:rPr>
              <a:t>Read: 1 Peter 3:15</a:t>
            </a:r>
            <a:endParaRPr lang="en-US" sz="1400" dirty="0"/>
          </a:p>
        </p:txBody>
      </p:sp>
      <p:sp>
        <p:nvSpPr>
          <p:cNvPr id="20" name="Shape 18"/>
          <p:cNvSpPr/>
          <p:nvPr/>
        </p:nvSpPr>
        <p:spPr>
          <a:xfrm>
            <a:off x="1234440" y="5120640"/>
            <a:ext cx="4724248" cy="0"/>
          </a:xfrm>
          <a:prstGeom prst="line">
            <a:avLst/>
          </a:prstGeom>
          <a:noFill/>
          <a:ln w="12700">
            <a:solidFill>
              <a:srgbClr val="DDD4C4"/>
            </a:solidFill>
            <a:prstDash val="dash"/>
          </a:ln>
        </p:spPr>
        <p:txBody>
          <a:bodyPr/>
          <a:lstStyle/>
          <a:p>
            <a:endParaRPr lang="en-US"/>
          </a:p>
        </p:txBody>
      </p:sp>
      <p:sp>
        <p:nvSpPr>
          <p:cNvPr id="21" name="Shape 19"/>
          <p:cNvSpPr/>
          <p:nvPr/>
        </p:nvSpPr>
        <p:spPr>
          <a:xfrm>
            <a:off x="6233008" y="3703320"/>
            <a:ext cx="5272888" cy="0"/>
          </a:xfrm>
          <a:prstGeom prst="line">
            <a:avLst/>
          </a:prstGeom>
          <a:noFill/>
          <a:ln w="12700">
            <a:solidFill>
              <a:srgbClr val="DDD4C4"/>
            </a:solidFill>
            <a:prstDash val="solid"/>
          </a:ln>
        </p:spPr>
        <p:txBody>
          <a:bodyPr/>
          <a:lstStyle/>
          <a:p>
            <a:endParaRPr lang="en-US"/>
          </a:p>
        </p:txBody>
      </p:sp>
      <p:sp>
        <p:nvSpPr>
          <p:cNvPr id="22" name="Text 20"/>
          <p:cNvSpPr/>
          <p:nvPr/>
        </p:nvSpPr>
        <p:spPr>
          <a:xfrm>
            <a:off x="6233008" y="3886200"/>
            <a:ext cx="457200" cy="502920"/>
          </a:xfrm>
          <a:prstGeom prst="rect">
            <a:avLst/>
          </a:prstGeom>
          <a:noFill/>
          <a:ln/>
        </p:spPr>
        <p:txBody>
          <a:bodyPr wrap="square" lIns="0" tIns="0" rIns="0" bIns="0" rtlCol="0" anchor="t"/>
          <a:lstStyle/>
          <a:p>
            <a:pPr marL="0" indent="0">
              <a:buNone/>
            </a:pPr>
            <a:r>
              <a:rPr lang="en-US" sz="2800" b="1" dirty="0">
                <a:solidFill>
                  <a:srgbClr val="8F4519"/>
                </a:solidFill>
                <a:latin typeface="Georgia" pitchFamily="34" charset="0"/>
                <a:ea typeface="Georgia" pitchFamily="34" charset="-122"/>
                <a:cs typeface="Georgia" pitchFamily="34" charset="-120"/>
              </a:rPr>
              <a:t>4</a:t>
            </a:r>
            <a:endParaRPr lang="en-US" sz="2800" dirty="0"/>
          </a:p>
        </p:txBody>
      </p:sp>
      <p:sp>
        <p:nvSpPr>
          <p:cNvPr id="23" name="Text 21"/>
          <p:cNvSpPr/>
          <p:nvPr/>
        </p:nvSpPr>
        <p:spPr>
          <a:xfrm>
            <a:off x="6781648" y="3922776"/>
            <a:ext cx="4724248" cy="594360"/>
          </a:xfrm>
          <a:prstGeom prst="rect">
            <a:avLst/>
          </a:prstGeom>
          <a:noFill/>
          <a:ln/>
        </p:spPr>
        <p:txBody>
          <a:bodyPr wrap="square" lIns="0" tIns="0" rIns="0" bIns="0" rtlCol="0" anchor="t"/>
          <a:lstStyle/>
          <a:p>
            <a:pPr marL="0" indent="0">
              <a:buNone/>
            </a:pPr>
            <a:r>
              <a:rPr lang="en-US" sz="1700" b="1" dirty="0">
                <a:solidFill>
                  <a:srgbClr val="22201C"/>
                </a:solidFill>
                <a:latin typeface="Calibri" pitchFamily="34" charset="0"/>
                <a:ea typeface="Calibri" pitchFamily="34" charset="-122"/>
                <a:cs typeface="Calibri" pitchFamily="34" charset="-120"/>
              </a:rPr>
              <a:t>Who will you tell about Christ this month?</a:t>
            </a:r>
            <a:endParaRPr lang="en-US" sz="1700" dirty="0"/>
          </a:p>
        </p:txBody>
      </p:sp>
      <p:sp>
        <p:nvSpPr>
          <p:cNvPr id="24" name="Text 22"/>
          <p:cNvSpPr/>
          <p:nvPr/>
        </p:nvSpPr>
        <p:spPr>
          <a:xfrm>
            <a:off x="6781648" y="4544568"/>
            <a:ext cx="4724248" cy="274320"/>
          </a:xfrm>
          <a:prstGeom prst="rect">
            <a:avLst/>
          </a:prstGeom>
          <a:noFill/>
          <a:ln/>
        </p:spPr>
        <p:txBody>
          <a:bodyPr wrap="square" lIns="0" tIns="0" rIns="0" bIns="0" rtlCol="0" anchor="ctr"/>
          <a:lstStyle/>
          <a:p>
            <a:pPr marL="0" indent="0">
              <a:buNone/>
            </a:pPr>
            <a:r>
              <a:rPr lang="en-US" sz="1400" b="1" dirty="0">
                <a:solidFill>
                  <a:srgbClr val="8F4519"/>
                </a:solidFill>
                <a:latin typeface="Calibri" pitchFamily="34" charset="0"/>
                <a:ea typeface="Calibri" pitchFamily="34" charset="-122"/>
                <a:cs typeface="Calibri" pitchFamily="34" charset="-120"/>
              </a:rPr>
              <a:t>Read: John 1:41</a:t>
            </a:r>
            <a:endParaRPr lang="en-US" sz="1400" dirty="0"/>
          </a:p>
        </p:txBody>
      </p:sp>
      <p:sp>
        <p:nvSpPr>
          <p:cNvPr id="25" name="Shape 23"/>
          <p:cNvSpPr/>
          <p:nvPr/>
        </p:nvSpPr>
        <p:spPr>
          <a:xfrm>
            <a:off x="6781648" y="5120640"/>
            <a:ext cx="4724248" cy="0"/>
          </a:xfrm>
          <a:prstGeom prst="line">
            <a:avLst/>
          </a:prstGeom>
          <a:noFill/>
          <a:ln w="12700">
            <a:solidFill>
              <a:srgbClr val="DDD4C4"/>
            </a:solidFill>
            <a:prstDash val="dash"/>
          </a:ln>
        </p:spPr>
        <p:txBody>
          <a:bodyPr/>
          <a:lstStyle/>
          <a:p>
            <a:endParaRPr lang="en-US"/>
          </a:p>
        </p:txBody>
      </p:sp>
      <p:sp>
        <p:nvSpPr>
          <p:cNvPr id="26" name="Text 24"/>
          <p:cNvSpPr/>
          <p:nvPr/>
        </p:nvSpPr>
        <p:spPr>
          <a:xfrm>
            <a:off x="685800" y="5715000"/>
            <a:ext cx="10820095" cy="365760"/>
          </a:xfrm>
          <a:prstGeom prst="rect">
            <a:avLst/>
          </a:prstGeom>
          <a:noFill/>
          <a:ln/>
        </p:spPr>
        <p:txBody>
          <a:bodyPr wrap="square" lIns="0" tIns="0" rIns="0" bIns="0" rtlCol="0" anchor="ctr"/>
          <a:lstStyle/>
          <a:p>
            <a:pPr marL="0" indent="0">
              <a:buNone/>
            </a:pPr>
            <a:r>
              <a:rPr lang="en-US" sz="1500" i="1" dirty="0">
                <a:solidFill>
                  <a:srgbClr val="5C574F"/>
                </a:solidFill>
                <a:latin typeface="Calibri" pitchFamily="34" charset="0"/>
                <a:ea typeface="Calibri" pitchFamily="34" charset="-122"/>
                <a:cs typeface="Calibri" pitchFamily="34" charset="-120"/>
              </a:rPr>
              <a:t>Write your answers down. Bring any questions to Bro. Sabin Johnson or to Bible class.</a:t>
            </a:r>
            <a:endParaRPr lang="en-US" sz="15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6F2EA"/>
        </a:solidFill>
        <a:effectLst/>
      </p:bgPr>
    </p:bg>
    <p:spTree>
      <p:nvGrpSpPr>
        <p:cNvPr id="1" name=""/>
        <p:cNvGrpSpPr/>
        <p:nvPr/>
      </p:nvGrpSpPr>
      <p:grpSpPr>
        <a:xfrm>
          <a:off x="0" y="0"/>
          <a:ext cx="0" cy="0"/>
          <a:chOff x="0" y="0"/>
          <a:chExt cx="0" cy="0"/>
        </a:xfrm>
      </p:grpSpPr>
      <p:sp>
        <p:nvSpPr>
          <p:cNvPr id="2" name="Text 0"/>
          <p:cNvSpPr/>
          <p:nvPr/>
        </p:nvSpPr>
        <p:spPr>
          <a:xfrm>
            <a:off x="685800" y="502920"/>
            <a:ext cx="10820095" cy="274320"/>
          </a:xfrm>
          <a:prstGeom prst="rect">
            <a:avLst/>
          </a:prstGeom>
          <a:noFill/>
          <a:ln/>
        </p:spPr>
        <p:txBody>
          <a:bodyPr wrap="square" lIns="0" tIns="0" rIns="0" bIns="0" rtlCol="0" anchor="ctr"/>
          <a:lstStyle/>
          <a:p>
            <a:pPr marL="0" indent="0">
              <a:buNone/>
            </a:pPr>
            <a:r>
              <a:rPr lang="en-US" sz="1200" b="1" kern="0" spc="300" dirty="0">
                <a:solidFill>
                  <a:srgbClr val="8F4519"/>
                </a:solidFill>
                <a:latin typeface="Calibri" pitchFamily="34" charset="0"/>
                <a:ea typeface="Calibri" pitchFamily="34" charset="-122"/>
                <a:cs typeface="Calibri" pitchFamily="34" charset="-120"/>
              </a:rPr>
              <a:t>THIS WEEK</a:t>
            </a:r>
            <a:endParaRPr lang="en-US" sz="1200" dirty="0"/>
          </a:p>
        </p:txBody>
      </p:sp>
      <p:sp>
        <p:nvSpPr>
          <p:cNvPr id="3" name="Text 1"/>
          <p:cNvSpPr/>
          <p:nvPr/>
        </p:nvSpPr>
        <p:spPr>
          <a:xfrm>
            <a:off x="685800" y="822960"/>
            <a:ext cx="10820095" cy="777240"/>
          </a:xfrm>
          <a:prstGeom prst="rect">
            <a:avLst/>
          </a:prstGeom>
          <a:noFill/>
          <a:ln/>
        </p:spPr>
        <p:txBody>
          <a:bodyPr wrap="square" lIns="0" tIns="0" rIns="0" bIns="0" rtlCol="0" anchor="t"/>
          <a:lstStyle/>
          <a:p>
            <a:pPr marL="0" indent="0">
              <a:buNone/>
            </a:pPr>
            <a:r>
              <a:rPr lang="en-US" sz="3400" b="1" dirty="0">
                <a:solidFill>
                  <a:srgbClr val="22201C"/>
                </a:solidFill>
                <a:latin typeface="Georgia" pitchFamily="34" charset="0"/>
                <a:ea typeface="Georgia" pitchFamily="34" charset="-122"/>
                <a:cs typeface="Georgia" pitchFamily="34" charset="-120"/>
              </a:rPr>
              <a:t>Your first steps</a:t>
            </a:r>
            <a:endParaRPr lang="en-US" sz="3400" dirty="0"/>
          </a:p>
        </p:txBody>
      </p:sp>
      <p:sp>
        <p:nvSpPr>
          <p:cNvPr id="4" name="Text 2"/>
          <p:cNvSpPr/>
          <p:nvPr/>
        </p:nvSpPr>
        <p:spPr>
          <a:xfrm>
            <a:off x="685800" y="6400800"/>
            <a:ext cx="5486400" cy="274320"/>
          </a:xfrm>
          <a:prstGeom prst="rect">
            <a:avLst/>
          </a:prstGeom>
          <a:noFill/>
          <a:ln/>
        </p:spPr>
        <p:txBody>
          <a:bodyPr wrap="square" lIns="0" tIns="0" rIns="0" bIns="0" rtlCol="0" anchor="ctr"/>
          <a:lstStyle/>
          <a:p>
            <a:pPr marL="0" indent="0">
              <a:buNone/>
            </a:pPr>
            <a:r>
              <a:rPr lang="en-US" sz="1000" dirty="0">
                <a:solidFill>
                  <a:srgbClr val="5C574F"/>
                </a:solidFill>
                <a:latin typeface="Calibri" pitchFamily="34" charset="0"/>
                <a:ea typeface="Calibri" pitchFamily="34" charset="-122"/>
                <a:cs typeface="Calibri" pitchFamily="34" charset="-120"/>
              </a:rPr>
              <a:t>Welcome to the Family of God</a:t>
            </a:r>
            <a:endParaRPr lang="en-US" sz="1000" dirty="0"/>
          </a:p>
        </p:txBody>
      </p:sp>
      <p:sp>
        <p:nvSpPr>
          <p:cNvPr id="5" name="Text 3"/>
          <p:cNvSpPr/>
          <p:nvPr/>
        </p:nvSpPr>
        <p:spPr>
          <a:xfrm>
            <a:off x="10591495" y="6400800"/>
            <a:ext cx="914400" cy="274320"/>
          </a:xfrm>
          <a:prstGeom prst="rect">
            <a:avLst/>
          </a:prstGeom>
          <a:noFill/>
          <a:ln/>
        </p:spPr>
        <p:txBody>
          <a:bodyPr wrap="square" lIns="0" tIns="0" rIns="0" bIns="0" rtlCol="0" anchor="ctr"/>
          <a:lstStyle/>
          <a:p>
            <a:pPr marL="0" indent="0" algn="r">
              <a:buNone/>
            </a:pPr>
            <a:r>
              <a:rPr lang="en-US" sz="1000" dirty="0">
                <a:solidFill>
                  <a:srgbClr val="5C574F"/>
                </a:solidFill>
                <a:latin typeface="Calibri" pitchFamily="34" charset="0"/>
                <a:ea typeface="Calibri" pitchFamily="34" charset="-122"/>
                <a:cs typeface="Calibri" pitchFamily="34" charset="-120"/>
              </a:rPr>
              <a:t>36</a:t>
            </a:r>
            <a:endParaRPr lang="en-US" sz="1000" dirty="0"/>
          </a:p>
        </p:txBody>
      </p:sp>
      <p:sp>
        <p:nvSpPr>
          <p:cNvPr id="6" name="Shape 4"/>
          <p:cNvSpPr/>
          <p:nvPr/>
        </p:nvSpPr>
        <p:spPr>
          <a:xfrm>
            <a:off x="685800" y="1783080"/>
            <a:ext cx="5272888" cy="0"/>
          </a:xfrm>
          <a:prstGeom prst="line">
            <a:avLst/>
          </a:prstGeom>
          <a:noFill/>
          <a:ln w="12700">
            <a:solidFill>
              <a:srgbClr val="DDD4C4"/>
            </a:solidFill>
            <a:prstDash val="solid"/>
          </a:ln>
        </p:spPr>
        <p:txBody>
          <a:bodyPr/>
          <a:lstStyle/>
          <a:p>
            <a:endParaRPr lang="en-US"/>
          </a:p>
        </p:txBody>
      </p:sp>
      <p:sp>
        <p:nvSpPr>
          <p:cNvPr id="7" name="Text 5"/>
          <p:cNvSpPr/>
          <p:nvPr/>
        </p:nvSpPr>
        <p:spPr>
          <a:xfrm>
            <a:off x="685800" y="1783080"/>
            <a:ext cx="457200" cy="1143000"/>
          </a:xfrm>
          <a:prstGeom prst="rect">
            <a:avLst/>
          </a:prstGeom>
          <a:noFill/>
          <a:ln/>
        </p:spPr>
        <p:txBody>
          <a:bodyPr wrap="square" lIns="0" tIns="0" rIns="0" bIns="0" rtlCol="0" anchor="ctr"/>
          <a:lstStyle/>
          <a:p>
            <a:pPr marL="0" indent="0">
              <a:buNone/>
            </a:pPr>
            <a:r>
              <a:rPr lang="en-US" sz="2800" b="1" dirty="0">
                <a:solidFill>
                  <a:srgbClr val="8F4519"/>
                </a:solidFill>
                <a:latin typeface="Georgia" pitchFamily="34" charset="0"/>
                <a:ea typeface="Georgia" pitchFamily="34" charset="-122"/>
                <a:cs typeface="Georgia" pitchFamily="34" charset="-120"/>
              </a:rPr>
              <a:t>1</a:t>
            </a:r>
            <a:endParaRPr lang="en-US" sz="2800" dirty="0"/>
          </a:p>
        </p:txBody>
      </p:sp>
      <p:sp>
        <p:nvSpPr>
          <p:cNvPr id="8" name="Text 6"/>
          <p:cNvSpPr/>
          <p:nvPr/>
        </p:nvSpPr>
        <p:spPr>
          <a:xfrm>
            <a:off x="1234440" y="1783080"/>
            <a:ext cx="4724248" cy="1143000"/>
          </a:xfrm>
          <a:prstGeom prst="rect">
            <a:avLst/>
          </a:prstGeom>
          <a:noFill/>
          <a:ln/>
        </p:spPr>
        <p:txBody>
          <a:bodyPr wrap="square" lIns="0" tIns="0" rIns="0" bIns="0" rtlCol="0" anchor="ctr"/>
          <a:lstStyle/>
          <a:p>
            <a:pPr marL="0" indent="0">
              <a:spcAft>
                <a:spcPts val="300"/>
              </a:spcAft>
              <a:buNone/>
            </a:pPr>
            <a:r>
              <a:rPr lang="en-US" sz="1800" b="1" dirty="0">
                <a:solidFill>
                  <a:srgbClr val="22201C"/>
                </a:solidFill>
                <a:latin typeface="Calibri" pitchFamily="34" charset="0"/>
                <a:ea typeface="Calibri" pitchFamily="34" charset="-122"/>
                <a:cs typeface="Calibri" pitchFamily="34" charset="-120"/>
              </a:rPr>
              <a:t>Read John chapters 1–3</a:t>
            </a:r>
            <a:endParaRPr lang="en-US" sz="1800" dirty="0"/>
          </a:p>
          <a:p>
            <a:pPr marL="0" indent="0">
              <a:buNone/>
            </a:pPr>
            <a:r>
              <a:rPr lang="en-US" sz="1400" b="1" dirty="0">
                <a:solidFill>
                  <a:srgbClr val="8F4519"/>
                </a:solidFill>
                <a:latin typeface="Calibri" pitchFamily="34" charset="0"/>
                <a:ea typeface="Calibri" pitchFamily="34" charset="-122"/>
                <a:cs typeface="Calibri" pitchFamily="34" charset="-120"/>
              </a:rPr>
              <a:t>John 20:31</a:t>
            </a:r>
            <a:endParaRPr lang="en-US" sz="1800" dirty="0"/>
          </a:p>
        </p:txBody>
      </p:sp>
      <p:sp>
        <p:nvSpPr>
          <p:cNvPr id="9" name="Shape 7"/>
          <p:cNvSpPr/>
          <p:nvPr/>
        </p:nvSpPr>
        <p:spPr>
          <a:xfrm>
            <a:off x="6233008" y="1783080"/>
            <a:ext cx="5272888" cy="0"/>
          </a:xfrm>
          <a:prstGeom prst="line">
            <a:avLst/>
          </a:prstGeom>
          <a:noFill/>
          <a:ln w="12700">
            <a:solidFill>
              <a:srgbClr val="DDD4C4"/>
            </a:solidFill>
            <a:prstDash val="solid"/>
          </a:ln>
        </p:spPr>
        <p:txBody>
          <a:bodyPr/>
          <a:lstStyle/>
          <a:p>
            <a:endParaRPr lang="en-US"/>
          </a:p>
        </p:txBody>
      </p:sp>
      <p:sp>
        <p:nvSpPr>
          <p:cNvPr id="10" name="Text 8"/>
          <p:cNvSpPr/>
          <p:nvPr/>
        </p:nvSpPr>
        <p:spPr>
          <a:xfrm>
            <a:off x="6233008" y="1783080"/>
            <a:ext cx="457200" cy="1143000"/>
          </a:xfrm>
          <a:prstGeom prst="rect">
            <a:avLst/>
          </a:prstGeom>
          <a:noFill/>
          <a:ln/>
        </p:spPr>
        <p:txBody>
          <a:bodyPr wrap="square" lIns="0" tIns="0" rIns="0" bIns="0" rtlCol="0" anchor="ctr"/>
          <a:lstStyle/>
          <a:p>
            <a:pPr marL="0" indent="0">
              <a:buNone/>
            </a:pPr>
            <a:r>
              <a:rPr lang="en-US" sz="2800" b="1" dirty="0">
                <a:solidFill>
                  <a:srgbClr val="8F4519"/>
                </a:solidFill>
                <a:latin typeface="Georgia" pitchFamily="34" charset="0"/>
                <a:ea typeface="Georgia" pitchFamily="34" charset="-122"/>
                <a:cs typeface="Georgia" pitchFamily="34" charset="-120"/>
              </a:rPr>
              <a:t>2</a:t>
            </a:r>
            <a:endParaRPr lang="en-US" sz="2800" dirty="0"/>
          </a:p>
        </p:txBody>
      </p:sp>
      <p:sp>
        <p:nvSpPr>
          <p:cNvPr id="11" name="Text 9"/>
          <p:cNvSpPr/>
          <p:nvPr/>
        </p:nvSpPr>
        <p:spPr>
          <a:xfrm>
            <a:off x="6781648" y="1783080"/>
            <a:ext cx="4724248" cy="1143000"/>
          </a:xfrm>
          <a:prstGeom prst="rect">
            <a:avLst/>
          </a:prstGeom>
          <a:noFill/>
          <a:ln/>
        </p:spPr>
        <p:txBody>
          <a:bodyPr wrap="square" lIns="0" tIns="0" rIns="0" bIns="0" rtlCol="0" anchor="ctr"/>
          <a:lstStyle/>
          <a:p>
            <a:pPr marL="0" indent="0">
              <a:spcAft>
                <a:spcPts val="300"/>
              </a:spcAft>
              <a:buNone/>
            </a:pPr>
            <a:r>
              <a:rPr lang="en-US" sz="1800" b="1" dirty="0">
                <a:solidFill>
                  <a:srgbClr val="22201C"/>
                </a:solidFill>
                <a:latin typeface="Calibri" pitchFamily="34" charset="0"/>
                <a:ea typeface="Calibri" pitchFamily="34" charset="-122"/>
                <a:cs typeface="Calibri" pitchFamily="34" charset="-120"/>
              </a:rPr>
              <a:t>Memorize Acts 2:38 and 1 John 1:7</a:t>
            </a:r>
            <a:endParaRPr lang="en-US" sz="1800" dirty="0"/>
          </a:p>
          <a:p>
            <a:pPr marL="0" indent="0">
              <a:buNone/>
            </a:pPr>
            <a:r>
              <a:rPr lang="en-US" sz="1400" b="1" dirty="0">
                <a:solidFill>
                  <a:srgbClr val="8F4519"/>
                </a:solidFill>
                <a:latin typeface="Calibri" pitchFamily="34" charset="0"/>
                <a:ea typeface="Calibri" pitchFamily="34" charset="-122"/>
                <a:cs typeface="Calibri" pitchFamily="34" charset="-120"/>
              </a:rPr>
              <a:t>Psalm 119:11</a:t>
            </a:r>
            <a:endParaRPr lang="en-US" sz="1800" dirty="0"/>
          </a:p>
        </p:txBody>
      </p:sp>
      <p:sp>
        <p:nvSpPr>
          <p:cNvPr id="12" name="Shape 10"/>
          <p:cNvSpPr/>
          <p:nvPr/>
        </p:nvSpPr>
        <p:spPr>
          <a:xfrm>
            <a:off x="685800" y="3127248"/>
            <a:ext cx="5272888" cy="0"/>
          </a:xfrm>
          <a:prstGeom prst="line">
            <a:avLst/>
          </a:prstGeom>
          <a:noFill/>
          <a:ln w="12700">
            <a:solidFill>
              <a:srgbClr val="DDD4C4"/>
            </a:solidFill>
            <a:prstDash val="solid"/>
          </a:ln>
        </p:spPr>
        <p:txBody>
          <a:bodyPr/>
          <a:lstStyle/>
          <a:p>
            <a:endParaRPr lang="en-US"/>
          </a:p>
        </p:txBody>
      </p:sp>
      <p:sp>
        <p:nvSpPr>
          <p:cNvPr id="13" name="Text 11"/>
          <p:cNvSpPr/>
          <p:nvPr/>
        </p:nvSpPr>
        <p:spPr>
          <a:xfrm>
            <a:off x="685800" y="3127248"/>
            <a:ext cx="457200" cy="1143000"/>
          </a:xfrm>
          <a:prstGeom prst="rect">
            <a:avLst/>
          </a:prstGeom>
          <a:noFill/>
          <a:ln/>
        </p:spPr>
        <p:txBody>
          <a:bodyPr wrap="square" lIns="0" tIns="0" rIns="0" bIns="0" rtlCol="0" anchor="ctr"/>
          <a:lstStyle/>
          <a:p>
            <a:pPr marL="0" indent="0">
              <a:buNone/>
            </a:pPr>
            <a:r>
              <a:rPr lang="en-US" sz="2800" b="1" dirty="0">
                <a:solidFill>
                  <a:srgbClr val="8F4519"/>
                </a:solidFill>
                <a:latin typeface="Georgia" pitchFamily="34" charset="0"/>
                <a:ea typeface="Georgia" pitchFamily="34" charset="-122"/>
                <a:cs typeface="Georgia" pitchFamily="34" charset="-120"/>
              </a:rPr>
              <a:t>3</a:t>
            </a:r>
            <a:endParaRPr lang="en-US" sz="2800" dirty="0"/>
          </a:p>
        </p:txBody>
      </p:sp>
      <p:sp>
        <p:nvSpPr>
          <p:cNvPr id="14" name="Text 12"/>
          <p:cNvSpPr/>
          <p:nvPr/>
        </p:nvSpPr>
        <p:spPr>
          <a:xfrm>
            <a:off x="1234440" y="3127248"/>
            <a:ext cx="4724248" cy="1143000"/>
          </a:xfrm>
          <a:prstGeom prst="rect">
            <a:avLst/>
          </a:prstGeom>
          <a:noFill/>
          <a:ln/>
        </p:spPr>
        <p:txBody>
          <a:bodyPr wrap="square" lIns="0" tIns="0" rIns="0" bIns="0" rtlCol="0" anchor="ctr"/>
          <a:lstStyle/>
          <a:p>
            <a:pPr marL="0" indent="0">
              <a:spcAft>
                <a:spcPts val="300"/>
              </a:spcAft>
              <a:buNone/>
            </a:pPr>
            <a:r>
              <a:rPr lang="en-US" sz="1800" b="1" dirty="0">
                <a:solidFill>
                  <a:srgbClr val="22201C"/>
                </a:solidFill>
                <a:latin typeface="Calibri" pitchFamily="34" charset="0"/>
                <a:ea typeface="Calibri" pitchFamily="34" charset="-122"/>
                <a:cs typeface="Calibri" pitchFamily="34" charset="-120"/>
              </a:rPr>
              <a:t>Pray every morning and every night</a:t>
            </a:r>
            <a:endParaRPr lang="en-US" sz="1800" dirty="0"/>
          </a:p>
          <a:p>
            <a:pPr marL="0" indent="0">
              <a:buNone/>
            </a:pPr>
            <a:r>
              <a:rPr lang="en-US" sz="1400" b="1" dirty="0">
                <a:solidFill>
                  <a:srgbClr val="8F4519"/>
                </a:solidFill>
                <a:latin typeface="Calibri" pitchFamily="34" charset="0"/>
                <a:ea typeface="Calibri" pitchFamily="34" charset="-122"/>
                <a:cs typeface="Calibri" pitchFamily="34" charset="-120"/>
              </a:rPr>
              <a:t>Psalm 55:17; Daniel 6:10</a:t>
            </a:r>
            <a:endParaRPr lang="en-US" sz="1800" dirty="0"/>
          </a:p>
        </p:txBody>
      </p:sp>
      <p:sp>
        <p:nvSpPr>
          <p:cNvPr id="15" name="Shape 13"/>
          <p:cNvSpPr/>
          <p:nvPr/>
        </p:nvSpPr>
        <p:spPr>
          <a:xfrm>
            <a:off x="6233008" y="3127248"/>
            <a:ext cx="5272888" cy="0"/>
          </a:xfrm>
          <a:prstGeom prst="line">
            <a:avLst/>
          </a:prstGeom>
          <a:noFill/>
          <a:ln w="12700">
            <a:solidFill>
              <a:srgbClr val="DDD4C4"/>
            </a:solidFill>
            <a:prstDash val="solid"/>
          </a:ln>
        </p:spPr>
        <p:txBody>
          <a:bodyPr/>
          <a:lstStyle/>
          <a:p>
            <a:endParaRPr lang="en-US"/>
          </a:p>
        </p:txBody>
      </p:sp>
      <p:sp>
        <p:nvSpPr>
          <p:cNvPr id="16" name="Text 14"/>
          <p:cNvSpPr/>
          <p:nvPr/>
        </p:nvSpPr>
        <p:spPr>
          <a:xfrm>
            <a:off x="6233008" y="3127248"/>
            <a:ext cx="457200" cy="1143000"/>
          </a:xfrm>
          <a:prstGeom prst="rect">
            <a:avLst/>
          </a:prstGeom>
          <a:noFill/>
          <a:ln/>
        </p:spPr>
        <p:txBody>
          <a:bodyPr wrap="square" lIns="0" tIns="0" rIns="0" bIns="0" rtlCol="0" anchor="ctr"/>
          <a:lstStyle/>
          <a:p>
            <a:pPr marL="0" indent="0">
              <a:buNone/>
            </a:pPr>
            <a:r>
              <a:rPr lang="en-US" sz="2800" b="1" dirty="0">
                <a:solidFill>
                  <a:srgbClr val="8F4519"/>
                </a:solidFill>
                <a:latin typeface="Georgia" pitchFamily="34" charset="0"/>
                <a:ea typeface="Georgia" pitchFamily="34" charset="-122"/>
                <a:cs typeface="Georgia" pitchFamily="34" charset="-120"/>
              </a:rPr>
              <a:t>4</a:t>
            </a:r>
            <a:endParaRPr lang="en-US" sz="2800" dirty="0"/>
          </a:p>
        </p:txBody>
      </p:sp>
      <p:sp>
        <p:nvSpPr>
          <p:cNvPr id="17" name="Text 15"/>
          <p:cNvSpPr/>
          <p:nvPr/>
        </p:nvSpPr>
        <p:spPr>
          <a:xfrm>
            <a:off x="6781648" y="3127248"/>
            <a:ext cx="4724248" cy="1143000"/>
          </a:xfrm>
          <a:prstGeom prst="rect">
            <a:avLst/>
          </a:prstGeom>
          <a:noFill/>
          <a:ln/>
        </p:spPr>
        <p:txBody>
          <a:bodyPr wrap="square" lIns="0" tIns="0" rIns="0" bIns="0" rtlCol="0" anchor="ctr"/>
          <a:lstStyle/>
          <a:p>
            <a:pPr marL="0" indent="0">
              <a:spcAft>
                <a:spcPts val="300"/>
              </a:spcAft>
              <a:buNone/>
            </a:pPr>
            <a:r>
              <a:rPr lang="en-US" sz="1800" b="1" dirty="0">
                <a:solidFill>
                  <a:srgbClr val="22201C"/>
                </a:solidFill>
                <a:latin typeface="Calibri" pitchFamily="34" charset="0"/>
                <a:ea typeface="Calibri" pitchFamily="34" charset="-122"/>
                <a:cs typeface="Calibri" pitchFamily="34" charset="-120"/>
              </a:rPr>
              <a:t>Sunday class 9:00 AM and worship 10:00 AM</a:t>
            </a:r>
            <a:endParaRPr lang="en-US" sz="1800" dirty="0"/>
          </a:p>
          <a:p>
            <a:pPr marL="0" indent="0">
              <a:buNone/>
            </a:pPr>
            <a:r>
              <a:rPr lang="en-US" sz="1400" b="1" dirty="0">
                <a:solidFill>
                  <a:srgbClr val="8F4519"/>
                </a:solidFill>
                <a:latin typeface="Calibri" pitchFamily="34" charset="0"/>
                <a:ea typeface="Calibri" pitchFamily="34" charset="-122"/>
                <a:cs typeface="Calibri" pitchFamily="34" charset="-120"/>
              </a:rPr>
              <a:t>Acts 20:7</a:t>
            </a:r>
            <a:endParaRPr lang="en-US" sz="1800" dirty="0"/>
          </a:p>
        </p:txBody>
      </p:sp>
      <p:sp>
        <p:nvSpPr>
          <p:cNvPr id="18" name="Shape 16"/>
          <p:cNvSpPr/>
          <p:nvPr/>
        </p:nvSpPr>
        <p:spPr>
          <a:xfrm>
            <a:off x="685800" y="4471416"/>
            <a:ext cx="5272888" cy="0"/>
          </a:xfrm>
          <a:prstGeom prst="line">
            <a:avLst/>
          </a:prstGeom>
          <a:noFill/>
          <a:ln w="12700">
            <a:solidFill>
              <a:srgbClr val="DDD4C4"/>
            </a:solidFill>
            <a:prstDash val="solid"/>
          </a:ln>
        </p:spPr>
        <p:txBody>
          <a:bodyPr/>
          <a:lstStyle/>
          <a:p>
            <a:endParaRPr lang="en-US"/>
          </a:p>
        </p:txBody>
      </p:sp>
      <p:sp>
        <p:nvSpPr>
          <p:cNvPr id="19" name="Text 17"/>
          <p:cNvSpPr/>
          <p:nvPr/>
        </p:nvSpPr>
        <p:spPr>
          <a:xfrm>
            <a:off x="685800" y="4471416"/>
            <a:ext cx="457200" cy="1143000"/>
          </a:xfrm>
          <a:prstGeom prst="rect">
            <a:avLst/>
          </a:prstGeom>
          <a:noFill/>
          <a:ln/>
        </p:spPr>
        <p:txBody>
          <a:bodyPr wrap="square" lIns="0" tIns="0" rIns="0" bIns="0" rtlCol="0" anchor="ctr"/>
          <a:lstStyle/>
          <a:p>
            <a:pPr marL="0" indent="0">
              <a:buNone/>
            </a:pPr>
            <a:r>
              <a:rPr lang="en-US" sz="2800" b="1" dirty="0">
                <a:solidFill>
                  <a:srgbClr val="8F4519"/>
                </a:solidFill>
                <a:latin typeface="Georgia" pitchFamily="34" charset="0"/>
                <a:ea typeface="Georgia" pitchFamily="34" charset="-122"/>
                <a:cs typeface="Georgia" pitchFamily="34" charset="-120"/>
              </a:rPr>
              <a:t>5</a:t>
            </a:r>
            <a:endParaRPr lang="en-US" sz="2800" dirty="0"/>
          </a:p>
        </p:txBody>
      </p:sp>
      <p:sp>
        <p:nvSpPr>
          <p:cNvPr id="20" name="Text 18"/>
          <p:cNvSpPr/>
          <p:nvPr/>
        </p:nvSpPr>
        <p:spPr>
          <a:xfrm>
            <a:off x="1234440" y="4471416"/>
            <a:ext cx="4724248" cy="1143000"/>
          </a:xfrm>
          <a:prstGeom prst="rect">
            <a:avLst/>
          </a:prstGeom>
          <a:noFill/>
          <a:ln/>
        </p:spPr>
        <p:txBody>
          <a:bodyPr wrap="square" lIns="0" tIns="0" rIns="0" bIns="0" rtlCol="0" anchor="ctr"/>
          <a:lstStyle/>
          <a:p>
            <a:pPr marL="0" indent="0">
              <a:spcAft>
                <a:spcPts val="300"/>
              </a:spcAft>
              <a:buNone/>
            </a:pPr>
            <a:r>
              <a:rPr lang="en-US" sz="1800" b="1" dirty="0">
                <a:solidFill>
                  <a:srgbClr val="22201C"/>
                </a:solidFill>
                <a:latin typeface="Calibri" pitchFamily="34" charset="0"/>
                <a:ea typeface="Calibri" pitchFamily="34" charset="-122"/>
                <a:cs typeface="Calibri" pitchFamily="34" charset="-120"/>
              </a:rPr>
              <a:t>Wednesday Bible study 7:00 PM</a:t>
            </a:r>
            <a:endParaRPr lang="en-US" sz="1800" dirty="0"/>
          </a:p>
          <a:p>
            <a:pPr marL="0" indent="0">
              <a:buNone/>
            </a:pPr>
            <a:r>
              <a:rPr lang="en-US" sz="1400" b="1" dirty="0">
                <a:solidFill>
                  <a:srgbClr val="8F4519"/>
                </a:solidFill>
                <a:latin typeface="Calibri" pitchFamily="34" charset="0"/>
                <a:ea typeface="Calibri" pitchFamily="34" charset="-122"/>
                <a:cs typeface="Calibri" pitchFamily="34" charset="-120"/>
              </a:rPr>
              <a:t>Acts 2:42</a:t>
            </a:r>
            <a:endParaRPr lang="en-US" sz="1800" dirty="0"/>
          </a:p>
        </p:txBody>
      </p:sp>
      <p:sp>
        <p:nvSpPr>
          <p:cNvPr id="21" name="Shape 19"/>
          <p:cNvSpPr/>
          <p:nvPr/>
        </p:nvSpPr>
        <p:spPr>
          <a:xfrm>
            <a:off x="6233008" y="4471416"/>
            <a:ext cx="5272888" cy="0"/>
          </a:xfrm>
          <a:prstGeom prst="line">
            <a:avLst/>
          </a:prstGeom>
          <a:noFill/>
          <a:ln w="12700">
            <a:solidFill>
              <a:srgbClr val="DDD4C4"/>
            </a:solidFill>
            <a:prstDash val="solid"/>
          </a:ln>
        </p:spPr>
        <p:txBody>
          <a:bodyPr/>
          <a:lstStyle/>
          <a:p>
            <a:endParaRPr lang="en-US"/>
          </a:p>
        </p:txBody>
      </p:sp>
      <p:sp>
        <p:nvSpPr>
          <p:cNvPr id="22" name="Text 20"/>
          <p:cNvSpPr/>
          <p:nvPr/>
        </p:nvSpPr>
        <p:spPr>
          <a:xfrm>
            <a:off x="6233008" y="4471416"/>
            <a:ext cx="457200" cy="1143000"/>
          </a:xfrm>
          <a:prstGeom prst="rect">
            <a:avLst/>
          </a:prstGeom>
          <a:noFill/>
          <a:ln/>
        </p:spPr>
        <p:txBody>
          <a:bodyPr wrap="square" lIns="0" tIns="0" rIns="0" bIns="0" rtlCol="0" anchor="ctr"/>
          <a:lstStyle/>
          <a:p>
            <a:pPr marL="0" indent="0">
              <a:buNone/>
            </a:pPr>
            <a:r>
              <a:rPr lang="en-US" sz="2800" b="1" dirty="0">
                <a:solidFill>
                  <a:srgbClr val="8F4519"/>
                </a:solidFill>
                <a:latin typeface="Georgia" pitchFamily="34" charset="0"/>
                <a:ea typeface="Georgia" pitchFamily="34" charset="-122"/>
                <a:cs typeface="Georgia" pitchFamily="34" charset="-120"/>
              </a:rPr>
              <a:t>6</a:t>
            </a:r>
            <a:endParaRPr lang="en-US" sz="2800" dirty="0"/>
          </a:p>
        </p:txBody>
      </p:sp>
      <p:sp>
        <p:nvSpPr>
          <p:cNvPr id="23" name="Text 21"/>
          <p:cNvSpPr/>
          <p:nvPr/>
        </p:nvSpPr>
        <p:spPr>
          <a:xfrm>
            <a:off x="6781648" y="4471416"/>
            <a:ext cx="4724248" cy="1143000"/>
          </a:xfrm>
          <a:prstGeom prst="rect">
            <a:avLst/>
          </a:prstGeom>
          <a:noFill/>
          <a:ln/>
        </p:spPr>
        <p:txBody>
          <a:bodyPr wrap="square" lIns="0" tIns="0" rIns="0" bIns="0" rtlCol="0" anchor="ctr"/>
          <a:lstStyle/>
          <a:p>
            <a:pPr marL="0" indent="0">
              <a:spcAft>
                <a:spcPts val="300"/>
              </a:spcAft>
              <a:buNone/>
            </a:pPr>
            <a:r>
              <a:rPr lang="en-US" sz="1800" b="1" dirty="0">
                <a:solidFill>
                  <a:srgbClr val="22201C"/>
                </a:solidFill>
                <a:latin typeface="Calibri" pitchFamily="34" charset="0"/>
                <a:ea typeface="Calibri" pitchFamily="34" charset="-122"/>
                <a:cs typeface="Calibri" pitchFamily="34" charset="-120"/>
              </a:rPr>
              <a:t>Study with Bro. Sabin Johnson on Sunday or Wednesday</a:t>
            </a:r>
            <a:endParaRPr lang="en-US" sz="1800" dirty="0"/>
          </a:p>
          <a:p>
            <a:pPr marL="0" indent="0">
              <a:buNone/>
            </a:pPr>
            <a:r>
              <a:rPr lang="en-US" sz="1400" b="1" dirty="0">
                <a:solidFill>
                  <a:srgbClr val="8F4519"/>
                </a:solidFill>
                <a:latin typeface="Calibri" pitchFamily="34" charset="0"/>
                <a:ea typeface="Calibri" pitchFamily="34" charset="-122"/>
                <a:cs typeface="Calibri" pitchFamily="34" charset="-120"/>
              </a:rPr>
              <a:t>2 Timothy 2:2</a:t>
            </a:r>
            <a:endParaRPr lang="en-US" sz="18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C2826"/>
        </a:solidFill>
        <a:effectLst/>
      </p:bgPr>
    </p:bg>
    <p:spTree>
      <p:nvGrpSpPr>
        <p:cNvPr id="1" name=""/>
        <p:cNvGrpSpPr/>
        <p:nvPr/>
      </p:nvGrpSpPr>
      <p:grpSpPr>
        <a:xfrm>
          <a:off x="0" y="0"/>
          <a:ext cx="0" cy="0"/>
          <a:chOff x="0" y="0"/>
          <a:chExt cx="0" cy="0"/>
        </a:xfrm>
      </p:grpSpPr>
      <p:sp>
        <p:nvSpPr>
          <p:cNvPr id="2" name="Text 0"/>
          <p:cNvSpPr/>
          <p:nvPr/>
        </p:nvSpPr>
        <p:spPr>
          <a:xfrm>
            <a:off x="685800" y="685800"/>
            <a:ext cx="10820095" cy="274320"/>
          </a:xfrm>
          <a:prstGeom prst="rect">
            <a:avLst/>
          </a:prstGeom>
          <a:noFill/>
          <a:ln/>
        </p:spPr>
        <p:txBody>
          <a:bodyPr wrap="square" lIns="0" tIns="0" rIns="0" bIns="0" rtlCol="0" anchor="ctr"/>
          <a:lstStyle/>
          <a:p>
            <a:pPr marL="0" indent="0">
              <a:buNone/>
            </a:pPr>
            <a:r>
              <a:rPr lang="en-US" sz="1200" b="1" kern="0" spc="300" dirty="0">
                <a:solidFill>
                  <a:srgbClr val="E3A672"/>
                </a:solidFill>
                <a:latin typeface="Calibri" pitchFamily="34" charset="0"/>
                <a:ea typeface="Calibri" pitchFamily="34" charset="-122"/>
                <a:cs typeface="Calibri" pitchFamily="34" charset="-120"/>
              </a:rPr>
              <a:t>YOUR CHARGE</a:t>
            </a:r>
            <a:endParaRPr lang="en-US" sz="1200" dirty="0"/>
          </a:p>
        </p:txBody>
      </p:sp>
      <p:sp>
        <p:nvSpPr>
          <p:cNvPr id="3" name="Text 1"/>
          <p:cNvSpPr/>
          <p:nvPr/>
        </p:nvSpPr>
        <p:spPr>
          <a:xfrm>
            <a:off x="685800" y="1097280"/>
            <a:ext cx="10088575" cy="1828800"/>
          </a:xfrm>
          <a:prstGeom prst="rect">
            <a:avLst/>
          </a:prstGeom>
          <a:noFill/>
          <a:ln/>
        </p:spPr>
        <p:txBody>
          <a:bodyPr wrap="square" lIns="0" tIns="0" rIns="0" bIns="0" rtlCol="0" anchor="ctr"/>
          <a:lstStyle/>
          <a:p>
            <a:pPr marL="0" indent="0">
              <a:buNone/>
            </a:pPr>
            <a:r>
              <a:rPr lang="en-US" sz="3400" i="1" dirty="0">
                <a:solidFill>
                  <a:srgbClr val="F3EEE4"/>
                </a:solidFill>
                <a:latin typeface="Georgia" pitchFamily="34" charset="0"/>
                <a:ea typeface="Georgia" pitchFamily="34" charset="-122"/>
                <a:cs typeface="Georgia" pitchFamily="34" charset="-120"/>
              </a:rPr>
              <a:t>“Choose you this day whom ye will serve… as for me and my house, we will serve the LORD.”</a:t>
            </a:r>
            <a:endParaRPr lang="en-US" sz="3400" dirty="0"/>
          </a:p>
        </p:txBody>
      </p:sp>
      <p:sp>
        <p:nvSpPr>
          <p:cNvPr id="4" name="Text 2"/>
          <p:cNvSpPr/>
          <p:nvPr/>
        </p:nvSpPr>
        <p:spPr>
          <a:xfrm>
            <a:off x="685800" y="3017520"/>
            <a:ext cx="3657600" cy="320040"/>
          </a:xfrm>
          <a:prstGeom prst="rect">
            <a:avLst/>
          </a:prstGeom>
          <a:noFill/>
          <a:ln/>
        </p:spPr>
        <p:txBody>
          <a:bodyPr wrap="square" lIns="0" tIns="0" rIns="0" bIns="0" rtlCol="0" anchor="ctr"/>
          <a:lstStyle/>
          <a:p>
            <a:pPr marL="0" indent="0">
              <a:buNone/>
            </a:pPr>
            <a:r>
              <a:rPr lang="en-US" sz="1600" b="1" dirty="0">
                <a:solidFill>
                  <a:srgbClr val="E3A672"/>
                </a:solidFill>
                <a:latin typeface="Calibri" pitchFamily="34" charset="0"/>
                <a:ea typeface="Calibri" pitchFamily="34" charset="-122"/>
                <a:cs typeface="Calibri" pitchFamily="34" charset="-120"/>
              </a:rPr>
              <a:t>Joshua 24:15</a:t>
            </a:r>
            <a:endParaRPr lang="en-US" sz="1600" dirty="0"/>
          </a:p>
        </p:txBody>
      </p:sp>
      <p:sp>
        <p:nvSpPr>
          <p:cNvPr id="5" name="Shape 3"/>
          <p:cNvSpPr/>
          <p:nvPr/>
        </p:nvSpPr>
        <p:spPr>
          <a:xfrm>
            <a:off x="685800" y="3657600"/>
            <a:ext cx="2017715" cy="0"/>
          </a:xfrm>
          <a:prstGeom prst="line">
            <a:avLst/>
          </a:prstGeom>
          <a:noFill/>
          <a:ln w="19050">
            <a:solidFill>
              <a:srgbClr val="E3A672"/>
            </a:solidFill>
            <a:prstDash val="solid"/>
          </a:ln>
        </p:spPr>
        <p:txBody>
          <a:bodyPr/>
          <a:lstStyle/>
          <a:p>
            <a:endParaRPr lang="en-US"/>
          </a:p>
        </p:txBody>
      </p:sp>
      <p:sp>
        <p:nvSpPr>
          <p:cNvPr id="6" name="Text 4"/>
          <p:cNvSpPr/>
          <p:nvPr/>
        </p:nvSpPr>
        <p:spPr>
          <a:xfrm>
            <a:off x="685800" y="3749040"/>
            <a:ext cx="2017715" cy="914400"/>
          </a:xfrm>
          <a:prstGeom prst="rect">
            <a:avLst/>
          </a:prstGeom>
          <a:noFill/>
          <a:ln/>
        </p:spPr>
        <p:txBody>
          <a:bodyPr wrap="square" lIns="0" tIns="0" rIns="0" bIns="0" rtlCol="0" anchor="ctr"/>
          <a:lstStyle/>
          <a:p>
            <a:pPr marL="0" indent="0">
              <a:buNone/>
            </a:pPr>
            <a:r>
              <a:rPr lang="en-US" sz="1200" b="1" kern="0" spc="200" dirty="0">
                <a:solidFill>
                  <a:srgbClr val="E3A672"/>
                </a:solidFill>
                <a:latin typeface="Calibri" pitchFamily="34" charset="0"/>
                <a:ea typeface="Calibri" pitchFamily="34" charset="-122"/>
                <a:cs typeface="Calibri" pitchFamily="34" charset="-120"/>
              </a:rPr>
              <a:t>01</a:t>
            </a:r>
            <a:endParaRPr lang="en-US" sz="1200" dirty="0"/>
          </a:p>
          <a:p>
            <a:pPr marL="0" indent="0">
              <a:buNone/>
            </a:pPr>
            <a:r>
              <a:rPr lang="en-US" sz="1800" b="1" dirty="0">
                <a:solidFill>
                  <a:srgbClr val="F3EEE4"/>
                </a:solidFill>
                <a:latin typeface="Calibri" pitchFamily="34" charset="0"/>
                <a:ea typeface="Calibri" pitchFamily="34" charset="-122"/>
                <a:cs typeface="Calibri" pitchFamily="34" charset="-120"/>
              </a:rPr>
              <a:t>Read daily</a:t>
            </a:r>
            <a:endParaRPr lang="en-US" sz="1200" dirty="0"/>
          </a:p>
        </p:txBody>
      </p:sp>
      <p:sp>
        <p:nvSpPr>
          <p:cNvPr id="7" name="Shape 5"/>
          <p:cNvSpPr/>
          <p:nvPr/>
        </p:nvSpPr>
        <p:spPr>
          <a:xfrm>
            <a:off x="2886395" y="3657600"/>
            <a:ext cx="2017715" cy="0"/>
          </a:xfrm>
          <a:prstGeom prst="line">
            <a:avLst/>
          </a:prstGeom>
          <a:noFill/>
          <a:ln w="19050">
            <a:solidFill>
              <a:srgbClr val="E3A672"/>
            </a:solidFill>
            <a:prstDash val="solid"/>
          </a:ln>
        </p:spPr>
        <p:txBody>
          <a:bodyPr/>
          <a:lstStyle/>
          <a:p>
            <a:endParaRPr lang="en-US"/>
          </a:p>
        </p:txBody>
      </p:sp>
      <p:sp>
        <p:nvSpPr>
          <p:cNvPr id="8" name="Text 6"/>
          <p:cNvSpPr/>
          <p:nvPr/>
        </p:nvSpPr>
        <p:spPr>
          <a:xfrm>
            <a:off x="2886395" y="3749040"/>
            <a:ext cx="2017715" cy="914400"/>
          </a:xfrm>
          <a:prstGeom prst="rect">
            <a:avLst/>
          </a:prstGeom>
          <a:noFill/>
          <a:ln/>
        </p:spPr>
        <p:txBody>
          <a:bodyPr wrap="square" lIns="0" tIns="0" rIns="0" bIns="0" rtlCol="0" anchor="ctr"/>
          <a:lstStyle/>
          <a:p>
            <a:pPr marL="0" indent="0">
              <a:buNone/>
            </a:pPr>
            <a:r>
              <a:rPr lang="en-US" sz="1200" b="1" kern="0" spc="200" dirty="0">
                <a:solidFill>
                  <a:srgbClr val="E3A672"/>
                </a:solidFill>
                <a:latin typeface="Calibri" pitchFamily="34" charset="0"/>
                <a:ea typeface="Calibri" pitchFamily="34" charset="-122"/>
                <a:cs typeface="Calibri" pitchFamily="34" charset="-120"/>
              </a:rPr>
              <a:t>02</a:t>
            </a:r>
            <a:endParaRPr lang="en-US" sz="1200" dirty="0"/>
          </a:p>
          <a:p>
            <a:pPr marL="0" indent="0">
              <a:buNone/>
            </a:pPr>
            <a:r>
              <a:rPr lang="en-US" sz="1800" b="1" dirty="0">
                <a:solidFill>
                  <a:srgbClr val="F3EEE4"/>
                </a:solidFill>
                <a:latin typeface="Calibri" pitchFamily="34" charset="0"/>
                <a:ea typeface="Calibri" pitchFamily="34" charset="-122"/>
                <a:cs typeface="Calibri" pitchFamily="34" charset="-120"/>
              </a:rPr>
              <a:t>Pray always</a:t>
            </a:r>
            <a:endParaRPr lang="en-US" sz="1200" dirty="0"/>
          </a:p>
        </p:txBody>
      </p:sp>
      <p:sp>
        <p:nvSpPr>
          <p:cNvPr id="9" name="Shape 7"/>
          <p:cNvSpPr/>
          <p:nvPr/>
        </p:nvSpPr>
        <p:spPr>
          <a:xfrm>
            <a:off x="5086990" y="3657600"/>
            <a:ext cx="2017715" cy="0"/>
          </a:xfrm>
          <a:prstGeom prst="line">
            <a:avLst/>
          </a:prstGeom>
          <a:noFill/>
          <a:ln w="19050">
            <a:solidFill>
              <a:srgbClr val="E3A672"/>
            </a:solidFill>
            <a:prstDash val="solid"/>
          </a:ln>
        </p:spPr>
        <p:txBody>
          <a:bodyPr/>
          <a:lstStyle/>
          <a:p>
            <a:endParaRPr lang="en-US"/>
          </a:p>
        </p:txBody>
      </p:sp>
      <p:sp>
        <p:nvSpPr>
          <p:cNvPr id="10" name="Text 8"/>
          <p:cNvSpPr/>
          <p:nvPr/>
        </p:nvSpPr>
        <p:spPr>
          <a:xfrm>
            <a:off x="5086990" y="3749040"/>
            <a:ext cx="2017715" cy="914400"/>
          </a:xfrm>
          <a:prstGeom prst="rect">
            <a:avLst/>
          </a:prstGeom>
          <a:noFill/>
          <a:ln/>
        </p:spPr>
        <p:txBody>
          <a:bodyPr wrap="square" lIns="0" tIns="0" rIns="0" bIns="0" rtlCol="0" anchor="ctr"/>
          <a:lstStyle/>
          <a:p>
            <a:pPr marL="0" indent="0">
              <a:buNone/>
            </a:pPr>
            <a:r>
              <a:rPr lang="en-US" sz="1200" b="1" kern="0" spc="200" dirty="0">
                <a:solidFill>
                  <a:srgbClr val="E3A672"/>
                </a:solidFill>
                <a:latin typeface="Calibri" pitchFamily="34" charset="0"/>
                <a:ea typeface="Calibri" pitchFamily="34" charset="-122"/>
                <a:cs typeface="Calibri" pitchFamily="34" charset="-120"/>
              </a:rPr>
              <a:t>03</a:t>
            </a:r>
            <a:endParaRPr lang="en-US" sz="1200" dirty="0"/>
          </a:p>
          <a:p>
            <a:pPr marL="0" indent="0">
              <a:buNone/>
            </a:pPr>
            <a:r>
              <a:rPr lang="en-US" sz="1800" b="1" dirty="0">
                <a:solidFill>
                  <a:srgbClr val="F3EEE4"/>
                </a:solidFill>
                <a:latin typeface="Calibri" pitchFamily="34" charset="0"/>
                <a:ea typeface="Calibri" pitchFamily="34" charset="-122"/>
                <a:cs typeface="Calibri" pitchFamily="34" charset="-120"/>
              </a:rPr>
              <a:t>Assemble faithfully</a:t>
            </a:r>
            <a:endParaRPr lang="en-US" sz="1200" dirty="0"/>
          </a:p>
        </p:txBody>
      </p:sp>
      <p:sp>
        <p:nvSpPr>
          <p:cNvPr id="11" name="Shape 9"/>
          <p:cNvSpPr/>
          <p:nvPr/>
        </p:nvSpPr>
        <p:spPr>
          <a:xfrm>
            <a:off x="7287585" y="3657600"/>
            <a:ext cx="2017715" cy="0"/>
          </a:xfrm>
          <a:prstGeom prst="line">
            <a:avLst/>
          </a:prstGeom>
          <a:noFill/>
          <a:ln w="19050">
            <a:solidFill>
              <a:srgbClr val="E3A672"/>
            </a:solidFill>
            <a:prstDash val="solid"/>
          </a:ln>
        </p:spPr>
        <p:txBody>
          <a:bodyPr/>
          <a:lstStyle/>
          <a:p>
            <a:endParaRPr lang="en-US"/>
          </a:p>
        </p:txBody>
      </p:sp>
      <p:sp>
        <p:nvSpPr>
          <p:cNvPr id="12" name="Text 10"/>
          <p:cNvSpPr/>
          <p:nvPr/>
        </p:nvSpPr>
        <p:spPr>
          <a:xfrm>
            <a:off x="7287585" y="3749040"/>
            <a:ext cx="2017715" cy="914400"/>
          </a:xfrm>
          <a:prstGeom prst="rect">
            <a:avLst/>
          </a:prstGeom>
          <a:noFill/>
          <a:ln/>
        </p:spPr>
        <p:txBody>
          <a:bodyPr wrap="square" lIns="0" tIns="0" rIns="0" bIns="0" rtlCol="0" anchor="ctr"/>
          <a:lstStyle/>
          <a:p>
            <a:pPr marL="0" indent="0">
              <a:buNone/>
            </a:pPr>
            <a:r>
              <a:rPr lang="en-US" sz="1200" b="1" kern="0" spc="200" dirty="0">
                <a:solidFill>
                  <a:srgbClr val="E3A672"/>
                </a:solidFill>
                <a:latin typeface="Calibri" pitchFamily="34" charset="0"/>
                <a:ea typeface="Calibri" pitchFamily="34" charset="-122"/>
                <a:cs typeface="Calibri" pitchFamily="34" charset="-120"/>
              </a:rPr>
              <a:t>04</a:t>
            </a:r>
            <a:endParaRPr lang="en-US" sz="1200" dirty="0"/>
          </a:p>
          <a:p>
            <a:pPr marL="0" indent="0">
              <a:buNone/>
            </a:pPr>
            <a:r>
              <a:rPr lang="en-US" sz="1800" b="1" dirty="0">
                <a:solidFill>
                  <a:srgbClr val="F3EEE4"/>
                </a:solidFill>
                <a:latin typeface="Calibri" pitchFamily="34" charset="0"/>
                <a:ea typeface="Calibri" pitchFamily="34" charset="-122"/>
                <a:cs typeface="Calibri" pitchFamily="34" charset="-120"/>
              </a:rPr>
              <a:t>Live holy</a:t>
            </a:r>
            <a:endParaRPr lang="en-US" sz="1200" dirty="0"/>
          </a:p>
        </p:txBody>
      </p:sp>
      <p:sp>
        <p:nvSpPr>
          <p:cNvPr id="13" name="Shape 11"/>
          <p:cNvSpPr/>
          <p:nvPr/>
        </p:nvSpPr>
        <p:spPr>
          <a:xfrm>
            <a:off x="9488180" y="3657600"/>
            <a:ext cx="2017715" cy="0"/>
          </a:xfrm>
          <a:prstGeom prst="line">
            <a:avLst/>
          </a:prstGeom>
          <a:noFill/>
          <a:ln w="19050">
            <a:solidFill>
              <a:srgbClr val="E3A672"/>
            </a:solidFill>
            <a:prstDash val="solid"/>
          </a:ln>
        </p:spPr>
        <p:txBody>
          <a:bodyPr/>
          <a:lstStyle/>
          <a:p>
            <a:endParaRPr lang="en-US"/>
          </a:p>
        </p:txBody>
      </p:sp>
      <p:sp>
        <p:nvSpPr>
          <p:cNvPr id="14" name="Text 12"/>
          <p:cNvSpPr/>
          <p:nvPr/>
        </p:nvSpPr>
        <p:spPr>
          <a:xfrm>
            <a:off x="9488180" y="3749040"/>
            <a:ext cx="2017715" cy="914400"/>
          </a:xfrm>
          <a:prstGeom prst="rect">
            <a:avLst/>
          </a:prstGeom>
          <a:noFill/>
          <a:ln/>
        </p:spPr>
        <p:txBody>
          <a:bodyPr wrap="square" lIns="0" tIns="0" rIns="0" bIns="0" rtlCol="0" anchor="ctr"/>
          <a:lstStyle/>
          <a:p>
            <a:pPr marL="0" indent="0">
              <a:buNone/>
            </a:pPr>
            <a:r>
              <a:rPr lang="en-US" sz="1200" b="1" kern="0" spc="200" dirty="0">
                <a:solidFill>
                  <a:srgbClr val="E3A672"/>
                </a:solidFill>
                <a:latin typeface="Calibri" pitchFamily="34" charset="0"/>
                <a:ea typeface="Calibri" pitchFamily="34" charset="-122"/>
                <a:cs typeface="Calibri" pitchFamily="34" charset="-120"/>
              </a:rPr>
              <a:t>05</a:t>
            </a:r>
            <a:endParaRPr lang="en-US" sz="1200" dirty="0"/>
          </a:p>
          <a:p>
            <a:pPr marL="0" indent="0">
              <a:buNone/>
            </a:pPr>
            <a:r>
              <a:rPr lang="en-US" sz="1800" b="1" dirty="0">
                <a:solidFill>
                  <a:srgbClr val="F3EEE4"/>
                </a:solidFill>
                <a:latin typeface="Calibri" pitchFamily="34" charset="0"/>
                <a:ea typeface="Calibri" pitchFamily="34" charset="-122"/>
                <a:cs typeface="Calibri" pitchFamily="34" charset="-120"/>
              </a:rPr>
              <a:t>Tell others</a:t>
            </a:r>
            <a:endParaRPr lang="en-US" sz="1200" dirty="0"/>
          </a:p>
        </p:txBody>
      </p:sp>
      <p:sp>
        <p:nvSpPr>
          <p:cNvPr id="15" name="Text 13"/>
          <p:cNvSpPr/>
          <p:nvPr/>
        </p:nvSpPr>
        <p:spPr>
          <a:xfrm>
            <a:off x="685800" y="5029200"/>
            <a:ext cx="10058400" cy="822960"/>
          </a:xfrm>
          <a:prstGeom prst="rect">
            <a:avLst/>
          </a:prstGeom>
          <a:noFill/>
          <a:ln/>
        </p:spPr>
        <p:txBody>
          <a:bodyPr wrap="square" lIns="0" tIns="0" rIns="0" bIns="0" rtlCol="0" anchor="t"/>
          <a:lstStyle/>
          <a:p>
            <a:pPr marL="0" indent="0">
              <a:buNone/>
            </a:pPr>
            <a:r>
              <a:rPr lang="en-US" sz="1700" dirty="0">
                <a:solidFill>
                  <a:srgbClr val="C3CBC8"/>
                </a:solidFill>
                <a:latin typeface="Calibri" pitchFamily="34" charset="0"/>
                <a:ea typeface="Calibri" pitchFamily="34" charset="-122"/>
                <a:cs typeface="Calibri" pitchFamily="34" charset="-120"/>
              </a:rPr>
              <a:t>Fight the good fight, finish the course, keep the faith. A crown of righteousness waits for all who love His appearing.  </a:t>
            </a:r>
            <a:r>
              <a:rPr lang="en-US" sz="1700" b="1" dirty="0">
                <a:solidFill>
                  <a:srgbClr val="E3A672"/>
                </a:solidFill>
                <a:latin typeface="Calibri" pitchFamily="34" charset="0"/>
                <a:ea typeface="Calibri" pitchFamily="34" charset="-122"/>
                <a:cs typeface="Calibri" pitchFamily="34" charset="-120"/>
              </a:rPr>
              <a:t>2 Timothy 4:7–8</a:t>
            </a:r>
            <a:endParaRPr lang="en-US" sz="1700" dirty="0"/>
          </a:p>
        </p:txBody>
      </p:sp>
      <p:sp>
        <p:nvSpPr>
          <p:cNvPr id="16" name="Text 14"/>
          <p:cNvSpPr/>
          <p:nvPr/>
        </p:nvSpPr>
        <p:spPr>
          <a:xfrm>
            <a:off x="685800" y="6400800"/>
            <a:ext cx="5486400" cy="274320"/>
          </a:xfrm>
          <a:prstGeom prst="rect">
            <a:avLst/>
          </a:prstGeom>
          <a:noFill/>
          <a:ln/>
        </p:spPr>
        <p:txBody>
          <a:bodyPr wrap="square" lIns="0" tIns="0" rIns="0" bIns="0" rtlCol="0" anchor="ctr"/>
          <a:lstStyle/>
          <a:p>
            <a:pPr marL="0" indent="0">
              <a:buNone/>
            </a:pPr>
            <a:r>
              <a:rPr lang="en-US" sz="1000" dirty="0">
                <a:solidFill>
                  <a:srgbClr val="C3CBC8"/>
                </a:solidFill>
                <a:latin typeface="Calibri" pitchFamily="34" charset="0"/>
                <a:ea typeface="Calibri" pitchFamily="34" charset="-122"/>
                <a:cs typeface="Calibri" pitchFamily="34" charset="-120"/>
              </a:rPr>
              <a:t>Welcome to the Family of God</a:t>
            </a:r>
            <a:endParaRPr lang="en-US" sz="1000" dirty="0"/>
          </a:p>
        </p:txBody>
      </p:sp>
      <p:sp>
        <p:nvSpPr>
          <p:cNvPr id="17" name="Text 15"/>
          <p:cNvSpPr/>
          <p:nvPr/>
        </p:nvSpPr>
        <p:spPr>
          <a:xfrm>
            <a:off x="10591495" y="6400800"/>
            <a:ext cx="914400" cy="274320"/>
          </a:xfrm>
          <a:prstGeom prst="rect">
            <a:avLst/>
          </a:prstGeom>
          <a:noFill/>
          <a:ln/>
        </p:spPr>
        <p:txBody>
          <a:bodyPr wrap="square" lIns="0" tIns="0" rIns="0" bIns="0" rtlCol="0" anchor="ctr"/>
          <a:lstStyle/>
          <a:p>
            <a:pPr marL="0" indent="0" algn="r">
              <a:buNone/>
            </a:pPr>
            <a:r>
              <a:rPr lang="en-US" sz="1000" dirty="0">
                <a:solidFill>
                  <a:srgbClr val="C3CBC8"/>
                </a:solidFill>
                <a:latin typeface="Calibri" pitchFamily="34" charset="0"/>
                <a:ea typeface="Calibri" pitchFamily="34" charset="-122"/>
                <a:cs typeface="Calibri" pitchFamily="34" charset="-120"/>
              </a:rPr>
              <a:t>37</a:t>
            </a:r>
            <a:endParaRPr lang="en-US" sz="1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1C2826"/>
        </a:solidFill>
        <a:effectLst/>
      </p:bgPr>
    </p:bg>
    <p:spTree>
      <p:nvGrpSpPr>
        <p:cNvPr id="1" name=""/>
        <p:cNvGrpSpPr/>
        <p:nvPr/>
      </p:nvGrpSpPr>
      <p:grpSpPr>
        <a:xfrm>
          <a:off x="0" y="0"/>
          <a:ext cx="0" cy="0"/>
          <a:chOff x="0" y="0"/>
          <a:chExt cx="0" cy="0"/>
        </a:xfrm>
      </p:grpSpPr>
      <p:sp>
        <p:nvSpPr>
          <p:cNvPr id="2" name="Text 0"/>
          <p:cNvSpPr/>
          <p:nvPr/>
        </p:nvSpPr>
        <p:spPr>
          <a:xfrm>
            <a:off x="685800" y="685800"/>
            <a:ext cx="10820095" cy="274320"/>
          </a:xfrm>
          <a:prstGeom prst="rect">
            <a:avLst/>
          </a:prstGeom>
          <a:noFill/>
          <a:ln/>
        </p:spPr>
        <p:txBody>
          <a:bodyPr wrap="square" lIns="0" tIns="0" rIns="0" bIns="0" rtlCol="0" anchor="ctr"/>
          <a:lstStyle/>
          <a:p>
            <a:pPr marL="0" indent="0">
              <a:buNone/>
            </a:pPr>
            <a:r>
              <a:rPr lang="en-US" sz="1200" b="1" kern="0" spc="300" dirty="0">
                <a:solidFill>
                  <a:srgbClr val="E3A672"/>
                </a:solidFill>
                <a:latin typeface="Calibri" pitchFamily="34" charset="0"/>
                <a:ea typeface="Calibri" pitchFamily="34" charset="-122"/>
                <a:cs typeface="Calibri" pitchFamily="34" charset="-120"/>
              </a:rPr>
              <a:t>THE HOPE AHEAD</a:t>
            </a:r>
            <a:endParaRPr lang="en-US" sz="1200" dirty="0"/>
          </a:p>
        </p:txBody>
      </p:sp>
      <p:sp>
        <p:nvSpPr>
          <p:cNvPr id="3" name="Text 1"/>
          <p:cNvSpPr/>
          <p:nvPr/>
        </p:nvSpPr>
        <p:spPr>
          <a:xfrm>
            <a:off x="685800" y="1097280"/>
            <a:ext cx="10088575" cy="2468880"/>
          </a:xfrm>
          <a:prstGeom prst="rect">
            <a:avLst/>
          </a:prstGeom>
          <a:noFill/>
          <a:ln/>
        </p:spPr>
        <p:txBody>
          <a:bodyPr wrap="square" lIns="0" tIns="0" rIns="0" bIns="0" rtlCol="0" anchor="ctr"/>
          <a:lstStyle/>
          <a:p>
            <a:pPr marL="0" indent="0">
              <a:lnSpc>
                <a:spcPct val="110000"/>
              </a:lnSpc>
              <a:buNone/>
            </a:pPr>
            <a:r>
              <a:rPr lang="en-US" sz="3400" i="1" dirty="0">
                <a:solidFill>
                  <a:srgbClr val="F3EEE4"/>
                </a:solidFill>
                <a:latin typeface="Georgia" pitchFamily="34" charset="0"/>
                <a:ea typeface="Georgia" pitchFamily="34" charset="-122"/>
                <a:cs typeface="Georgia" pitchFamily="34" charset="-120"/>
              </a:rPr>
              <a:t>“I will come again, and receive you unto myself; that where I am, there ye may be also.”</a:t>
            </a:r>
            <a:endParaRPr lang="en-US" sz="3400" dirty="0"/>
          </a:p>
        </p:txBody>
      </p:sp>
      <p:sp>
        <p:nvSpPr>
          <p:cNvPr id="4" name="Text 2"/>
          <p:cNvSpPr/>
          <p:nvPr/>
        </p:nvSpPr>
        <p:spPr>
          <a:xfrm>
            <a:off x="685800" y="3703320"/>
            <a:ext cx="10820095" cy="320040"/>
          </a:xfrm>
          <a:prstGeom prst="rect">
            <a:avLst/>
          </a:prstGeom>
          <a:noFill/>
          <a:ln/>
        </p:spPr>
        <p:txBody>
          <a:bodyPr wrap="square" lIns="0" tIns="0" rIns="0" bIns="0" rtlCol="0" anchor="ctr"/>
          <a:lstStyle/>
          <a:p>
            <a:pPr marL="0" indent="0">
              <a:buNone/>
            </a:pPr>
            <a:r>
              <a:rPr lang="en-US" sz="1600" b="1" dirty="0">
                <a:solidFill>
                  <a:srgbClr val="E3A672"/>
                </a:solidFill>
                <a:latin typeface="Calibri" pitchFamily="34" charset="0"/>
                <a:ea typeface="Calibri" pitchFamily="34" charset="-122"/>
                <a:cs typeface="Calibri" pitchFamily="34" charset="-120"/>
              </a:rPr>
              <a:t>John 14:3</a:t>
            </a:r>
            <a:endParaRPr lang="en-US" sz="1600" dirty="0"/>
          </a:p>
        </p:txBody>
      </p:sp>
      <p:sp>
        <p:nvSpPr>
          <p:cNvPr id="5" name="Shape 3"/>
          <p:cNvSpPr/>
          <p:nvPr/>
        </p:nvSpPr>
        <p:spPr>
          <a:xfrm>
            <a:off x="685800" y="4251960"/>
            <a:ext cx="1097280" cy="0"/>
          </a:xfrm>
          <a:prstGeom prst="line">
            <a:avLst/>
          </a:prstGeom>
          <a:noFill/>
          <a:ln w="19050">
            <a:solidFill>
              <a:srgbClr val="E3A672"/>
            </a:solidFill>
            <a:prstDash val="solid"/>
          </a:ln>
        </p:spPr>
        <p:txBody>
          <a:bodyPr/>
          <a:lstStyle/>
          <a:p>
            <a:endParaRPr lang="en-US"/>
          </a:p>
        </p:txBody>
      </p:sp>
      <p:sp>
        <p:nvSpPr>
          <p:cNvPr id="6" name="Text 4"/>
          <p:cNvSpPr/>
          <p:nvPr/>
        </p:nvSpPr>
        <p:spPr>
          <a:xfrm>
            <a:off x="685800" y="4434840"/>
            <a:ext cx="10820095" cy="914400"/>
          </a:xfrm>
          <a:prstGeom prst="rect">
            <a:avLst/>
          </a:prstGeom>
          <a:noFill/>
          <a:ln/>
        </p:spPr>
        <p:txBody>
          <a:bodyPr wrap="square" lIns="0" tIns="0" rIns="0" bIns="0" rtlCol="0" anchor="t"/>
          <a:lstStyle/>
          <a:p>
            <a:pPr marL="0" indent="0">
              <a:lnSpc>
                <a:spcPct val="112000"/>
              </a:lnSpc>
              <a:buNone/>
            </a:pPr>
            <a:r>
              <a:rPr lang="en-US" sz="1700" dirty="0">
                <a:solidFill>
                  <a:srgbClr val="C3CBC8"/>
                </a:solidFill>
                <a:latin typeface="Calibri" pitchFamily="34" charset="0"/>
                <a:ea typeface="Calibri" pitchFamily="34" charset="-122"/>
                <a:cs typeface="Calibri" pitchFamily="34" charset="-120"/>
              </a:rPr>
              <a:t>The Lord Himself will descend from heaven, the dead in Christ will rise, and we will be with Him forever.  </a:t>
            </a:r>
            <a:r>
              <a:rPr lang="en-US" sz="1700" b="1" dirty="0">
                <a:solidFill>
                  <a:srgbClr val="E3A672"/>
                </a:solidFill>
                <a:latin typeface="Calibri" pitchFamily="34" charset="0"/>
                <a:ea typeface="Calibri" pitchFamily="34" charset="-122"/>
                <a:cs typeface="Calibri" pitchFamily="34" charset="-120"/>
              </a:rPr>
              <a:t>1 Thessalonians 4:16–18</a:t>
            </a:r>
            <a:endParaRPr lang="en-US" sz="1700" dirty="0"/>
          </a:p>
        </p:txBody>
      </p:sp>
      <p:sp>
        <p:nvSpPr>
          <p:cNvPr id="7" name="Shape 5"/>
          <p:cNvSpPr/>
          <p:nvPr/>
        </p:nvSpPr>
        <p:spPr>
          <a:xfrm>
            <a:off x="685800" y="5486400"/>
            <a:ext cx="10820095" cy="0"/>
          </a:xfrm>
          <a:prstGeom prst="line">
            <a:avLst/>
          </a:prstGeom>
          <a:noFill/>
          <a:ln w="12700">
            <a:solidFill>
              <a:srgbClr val="E3A672"/>
            </a:solidFill>
            <a:prstDash val="solid"/>
          </a:ln>
        </p:spPr>
        <p:txBody>
          <a:bodyPr/>
          <a:lstStyle/>
          <a:p>
            <a:endParaRPr lang="en-US"/>
          </a:p>
        </p:txBody>
      </p:sp>
      <p:sp>
        <p:nvSpPr>
          <p:cNvPr id="8" name="Text 6"/>
          <p:cNvSpPr/>
          <p:nvPr/>
        </p:nvSpPr>
        <p:spPr>
          <a:xfrm>
            <a:off x="685800" y="5559552"/>
            <a:ext cx="10820095" cy="585216"/>
          </a:xfrm>
          <a:prstGeom prst="rect">
            <a:avLst/>
          </a:prstGeom>
          <a:noFill/>
          <a:ln/>
        </p:spPr>
        <p:txBody>
          <a:bodyPr wrap="square" lIns="0" tIns="0" rIns="0" bIns="0" rtlCol="0" anchor="ctr"/>
          <a:lstStyle/>
          <a:p>
            <a:pPr marL="0" indent="0">
              <a:buNone/>
            </a:pPr>
            <a:r>
              <a:rPr lang="en-US" sz="1200" b="1" kern="0" spc="200" dirty="0">
                <a:solidFill>
                  <a:srgbClr val="E3A672"/>
                </a:solidFill>
                <a:latin typeface="Calibri" pitchFamily="34" charset="0"/>
                <a:ea typeface="Calibri" pitchFamily="34" charset="-122"/>
                <a:cs typeface="Calibri" pitchFamily="34" charset="-120"/>
              </a:rPr>
              <a:t>TODAY   </a:t>
            </a:r>
            <a:r>
              <a:rPr lang="en-US" sz="1500" dirty="0">
                <a:solidFill>
                  <a:srgbClr val="F3EEE4"/>
                </a:solidFill>
                <a:latin typeface="Calibri" pitchFamily="34" charset="0"/>
                <a:ea typeface="Calibri" pitchFamily="34" charset="-122"/>
                <a:cs typeface="Calibri" pitchFamily="34" charset="-120"/>
              </a:rPr>
              <a:t>Like a family counting the days until a soldier comes home, live ready for His return.  2 Peter 3:11–14</a:t>
            </a:r>
            <a:endParaRPr lang="en-US" sz="1200" dirty="0"/>
          </a:p>
        </p:txBody>
      </p:sp>
      <p:sp>
        <p:nvSpPr>
          <p:cNvPr id="9" name="Text 7"/>
          <p:cNvSpPr/>
          <p:nvPr/>
        </p:nvSpPr>
        <p:spPr>
          <a:xfrm>
            <a:off x="685800" y="6400800"/>
            <a:ext cx="5486400" cy="274320"/>
          </a:xfrm>
          <a:prstGeom prst="rect">
            <a:avLst/>
          </a:prstGeom>
          <a:noFill/>
          <a:ln/>
        </p:spPr>
        <p:txBody>
          <a:bodyPr wrap="square" lIns="0" tIns="0" rIns="0" bIns="0" rtlCol="0" anchor="ctr"/>
          <a:lstStyle/>
          <a:p>
            <a:pPr marL="0" indent="0">
              <a:buNone/>
            </a:pPr>
            <a:r>
              <a:rPr lang="en-US" sz="1000" dirty="0">
                <a:solidFill>
                  <a:srgbClr val="C3CBC8"/>
                </a:solidFill>
                <a:latin typeface="Calibri" pitchFamily="34" charset="0"/>
                <a:ea typeface="Calibri" pitchFamily="34" charset="-122"/>
                <a:cs typeface="Calibri" pitchFamily="34" charset="-120"/>
              </a:rPr>
              <a:t>Welcome to the Family of God</a:t>
            </a:r>
            <a:endParaRPr lang="en-US" sz="1000" dirty="0"/>
          </a:p>
        </p:txBody>
      </p:sp>
      <p:sp>
        <p:nvSpPr>
          <p:cNvPr id="10" name="Text 8"/>
          <p:cNvSpPr/>
          <p:nvPr/>
        </p:nvSpPr>
        <p:spPr>
          <a:xfrm>
            <a:off x="10591495" y="6400800"/>
            <a:ext cx="914400" cy="274320"/>
          </a:xfrm>
          <a:prstGeom prst="rect">
            <a:avLst/>
          </a:prstGeom>
          <a:noFill/>
          <a:ln/>
        </p:spPr>
        <p:txBody>
          <a:bodyPr wrap="square" lIns="0" tIns="0" rIns="0" bIns="0" rtlCol="0" anchor="ctr"/>
          <a:lstStyle/>
          <a:p>
            <a:pPr marL="0" indent="0" algn="r">
              <a:buNone/>
            </a:pPr>
            <a:r>
              <a:rPr lang="en-US" sz="1000" dirty="0">
                <a:solidFill>
                  <a:srgbClr val="C3CBC8"/>
                </a:solidFill>
                <a:latin typeface="Calibri" pitchFamily="34" charset="0"/>
                <a:ea typeface="Calibri" pitchFamily="34" charset="-122"/>
                <a:cs typeface="Calibri" pitchFamily="34" charset="-120"/>
              </a:rPr>
              <a:t>38</a:t>
            </a:r>
            <a:endParaRPr lang="en-US" sz="10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1C2826"/>
        </a:solidFill>
        <a:effectLst/>
      </p:bgPr>
    </p:bg>
    <p:spTree>
      <p:nvGrpSpPr>
        <p:cNvPr id="1" name=""/>
        <p:cNvGrpSpPr/>
        <p:nvPr/>
      </p:nvGrpSpPr>
      <p:grpSpPr>
        <a:xfrm>
          <a:off x="0" y="0"/>
          <a:ext cx="0" cy="0"/>
          <a:chOff x="0" y="0"/>
          <a:chExt cx="0" cy="0"/>
        </a:xfrm>
      </p:grpSpPr>
      <p:sp>
        <p:nvSpPr>
          <p:cNvPr id="2" name="Text 0"/>
          <p:cNvSpPr/>
          <p:nvPr/>
        </p:nvSpPr>
        <p:spPr>
          <a:xfrm>
            <a:off x="685800" y="685800"/>
            <a:ext cx="10820095" cy="274320"/>
          </a:xfrm>
          <a:prstGeom prst="rect">
            <a:avLst/>
          </a:prstGeom>
          <a:noFill/>
          <a:ln/>
        </p:spPr>
        <p:txBody>
          <a:bodyPr wrap="square" lIns="0" tIns="0" rIns="0" bIns="0" rtlCol="0" anchor="ctr"/>
          <a:lstStyle/>
          <a:p>
            <a:pPr marL="0" indent="0">
              <a:buNone/>
            </a:pPr>
            <a:r>
              <a:rPr lang="en-US" sz="1200" b="1" kern="0" spc="300" dirty="0">
                <a:solidFill>
                  <a:srgbClr val="E3A672"/>
                </a:solidFill>
                <a:latin typeface="Calibri" pitchFamily="34" charset="0"/>
                <a:ea typeface="Calibri" pitchFamily="34" charset="-122"/>
                <a:cs typeface="Calibri" pitchFamily="34" charset="-120"/>
              </a:rPr>
              <a:t>WELCOME HOME</a:t>
            </a:r>
            <a:endParaRPr lang="en-US" sz="1200" dirty="0"/>
          </a:p>
        </p:txBody>
      </p:sp>
      <p:sp>
        <p:nvSpPr>
          <p:cNvPr id="3" name="Text 1"/>
          <p:cNvSpPr/>
          <p:nvPr/>
        </p:nvSpPr>
        <p:spPr>
          <a:xfrm>
            <a:off x="685800" y="1097280"/>
            <a:ext cx="10271455" cy="2377440"/>
          </a:xfrm>
          <a:prstGeom prst="rect">
            <a:avLst/>
          </a:prstGeom>
          <a:noFill/>
          <a:ln/>
        </p:spPr>
        <p:txBody>
          <a:bodyPr wrap="square" lIns="0" tIns="0" rIns="0" bIns="0" rtlCol="0" anchor="ctr"/>
          <a:lstStyle/>
          <a:p>
            <a:pPr marL="0" indent="0">
              <a:buNone/>
            </a:pPr>
            <a:r>
              <a:rPr lang="en-US" sz="3400" i="1" dirty="0">
                <a:solidFill>
                  <a:srgbClr val="F3EEE4"/>
                </a:solidFill>
                <a:latin typeface="Georgia" pitchFamily="34" charset="0"/>
                <a:ea typeface="Georgia" pitchFamily="34" charset="-122"/>
                <a:cs typeface="Georgia" pitchFamily="34" charset="-120"/>
              </a:rPr>
              <a:t>“Ye are all the children of God by faith in Christ Jesus. For as many of you as have been baptized into Christ have put on Christ.”</a:t>
            </a:r>
            <a:endParaRPr lang="en-US" sz="3400" dirty="0"/>
          </a:p>
        </p:txBody>
      </p:sp>
      <p:sp>
        <p:nvSpPr>
          <p:cNvPr id="4" name="Text 2"/>
          <p:cNvSpPr/>
          <p:nvPr/>
        </p:nvSpPr>
        <p:spPr>
          <a:xfrm>
            <a:off x="685800" y="3611880"/>
            <a:ext cx="3657600" cy="320040"/>
          </a:xfrm>
          <a:prstGeom prst="rect">
            <a:avLst/>
          </a:prstGeom>
          <a:noFill/>
          <a:ln/>
        </p:spPr>
        <p:txBody>
          <a:bodyPr wrap="square" lIns="0" tIns="0" rIns="0" bIns="0" rtlCol="0" anchor="ctr"/>
          <a:lstStyle/>
          <a:p>
            <a:pPr marL="0" indent="0">
              <a:buNone/>
            </a:pPr>
            <a:r>
              <a:rPr lang="en-US" sz="1600" b="1" dirty="0">
                <a:solidFill>
                  <a:srgbClr val="E3A672"/>
                </a:solidFill>
                <a:latin typeface="Calibri" pitchFamily="34" charset="0"/>
                <a:ea typeface="Calibri" pitchFamily="34" charset="-122"/>
                <a:cs typeface="Calibri" pitchFamily="34" charset="-120"/>
              </a:rPr>
              <a:t>Galatians 3:26–27</a:t>
            </a:r>
            <a:endParaRPr lang="en-US" sz="1600" dirty="0"/>
          </a:p>
        </p:txBody>
      </p:sp>
      <p:sp>
        <p:nvSpPr>
          <p:cNvPr id="5" name="Shape 3"/>
          <p:cNvSpPr/>
          <p:nvPr/>
        </p:nvSpPr>
        <p:spPr>
          <a:xfrm>
            <a:off x="685800" y="4206240"/>
            <a:ext cx="1097280" cy="0"/>
          </a:xfrm>
          <a:prstGeom prst="line">
            <a:avLst/>
          </a:prstGeom>
          <a:noFill/>
          <a:ln w="19050">
            <a:solidFill>
              <a:srgbClr val="E3A672"/>
            </a:solidFill>
            <a:prstDash val="solid"/>
          </a:ln>
        </p:spPr>
        <p:txBody>
          <a:bodyPr/>
          <a:lstStyle/>
          <a:p>
            <a:endParaRPr lang="en-US"/>
          </a:p>
        </p:txBody>
      </p:sp>
      <p:sp>
        <p:nvSpPr>
          <p:cNvPr id="6" name="Text 4"/>
          <p:cNvSpPr/>
          <p:nvPr/>
        </p:nvSpPr>
        <p:spPr>
          <a:xfrm>
            <a:off x="685800" y="4389120"/>
            <a:ext cx="9144000" cy="731520"/>
          </a:xfrm>
          <a:prstGeom prst="rect">
            <a:avLst/>
          </a:prstGeom>
          <a:noFill/>
          <a:ln/>
        </p:spPr>
        <p:txBody>
          <a:bodyPr wrap="square" lIns="0" tIns="0" rIns="0" bIns="0" rtlCol="0" anchor="t"/>
          <a:lstStyle/>
          <a:p>
            <a:pPr marL="0" indent="0">
              <a:buNone/>
            </a:pPr>
            <a:r>
              <a:rPr lang="en-US" sz="1900" dirty="0">
                <a:solidFill>
                  <a:srgbClr val="F3EEE4"/>
                </a:solidFill>
                <a:latin typeface="Calibri" pitchFamily="34" charset="0"/>
                <a:ea typeface="Calibri" pitchFamily="34" charset="-122"/>
                <a:cs typeface="Calibri" pitchFamily="34" charset="-120"/>
              </a:rPr>
              <a:t>You have brothers and sisters here who will pray for you, study with you and walk beside you. Call on us.</a:t>
            </a:r>
            <a:endParaRPr lang="en-US" sz="1900" dirty="0"/>
          </a:p>
        </p:txBody>
      </p:sp>
      <p:sp>
        <p:nvSpPr>
          <p:cNvPr id="7" name="Text 5"/>
          <p:cNvSpPr/>
          <p:nvPr/>
        </p:nvSpPr>
        <p:spPr>
          <a:xfrm>
            <a:off x="685800" y="5577840"/>
            <a:ext cx="10058400" cy="320040"/>
          </a:xfrm>
          <a:prstGeom prst="rect">
            <a:avLst/>
          </a:prstGeom>
          <a:noFill/>
          <a:ln/>
        </p:spPr>
        <p:txBody>
          <a:bodyPr wrap="square" lIns="0" tIns="0" rIns="0" bIns="0" rtlCol="0" anchor="ctr"/>
          <a:lstStyle/>
          <a:p>
            <a:pPr marL="0" indent="0">
              <a:buNone/>
            </a:pPr>
            <a:r>
              <a:rPr lang="en-US" sz="1500" dirty="0">
                <a:solidFill>
                  <a:srgbClr val="C3CBC8"/>
                </a:solidFill>
                <a:latin typeface="Calibri" pitchFamily="34" charset="0"/>
                <a:ea typeface="Calibri" pitchFamily="34" charset="-122"/>
                <a:cs typeface="Calibri" pitchFamily="34" charset="-120"/>
              </a:rPr>
              <a:t>Watkins Road Church of Christ  ·  Alethia001@gmail.com  ·  (614) 491-7518</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Widescreen</PresentationFormat>
  <Paragraphs>0</Paragraphs>
  <Slides>39</Slides>
  <Notes>39</Notes>
  <HiddenSlides>0</HiddenSlides>
  <MMClips>0</MMClips>
  <ScaleCrop>false</ScaleCrop>
  <HeadingPairs>
    <vt:vector size="4" baseType="variant">
      <vt:variant>
        <vt:lpstr>Theme</vt:lpstr>
      </vt:variant>
      <vt:variant>
        <vt:i4>1</vt:i4>
      </vt:variant>
      <vt:variant>
        <vt:lpstr>Slide Titles</vt:lpstr>
      </vt:variant>
      <vt:variant>
        <vt:i4>39</vt:i4>
      </vt:variant>
    </vt:vector>
  </HeadingPairs>
  <TitlesOfParts>
    <vt:vector size="40"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to the Family of God</dc:title>
  <dc:subject>PptxGenJS Presentation</dc:subject>
  <dc:creator>Watkins Road Church of Christ</dc:creator>
  <cp:lastModifiedBy>S. Johnson</cp:lastModifiedBy>
  <cp:revision>3</cp:revision>
  <dcterms:created xsi:type="dcterms:W3CDTF">2026-10-12T23:53:53Z</dcterms:created>
  <dcterms:modified xsi:type="dcterms:W3CDTF">2026-10-14T04:14:36Z</dcterms:modified>
</cp:coreProperties>
</file>